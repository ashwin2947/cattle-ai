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CA5B6A8-2ADD-4CB7-BCB8-B910874FFFEA}">
  <a:tblStyle styleId="{CCA5B6A8-2ADD-4CB7-BCB8-B910874FFFEA}" styleName="Table_0">
    <a:wholeTbl>
      <a:tcTxStyle b="off" i="off">
        <a:font>
          <a:latin typeface="Bookman Old Style"/>
          <a:ea typeface="Bookman Old Style"/>
          <a:cs typeface="Bookman Old Style"/>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D6BEDAB3-1C70-4DDA-95EC-3E5DDF781F51}" styleName="Table_1">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5" name="Google Shape;85;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847e1c2c7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6" name="Google Shape;96;g3847e1c2c72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2" name="Google Shape;102;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c2b3236add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8" name="Google Shape;108;g3c2b3236add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c2b3236add_0_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g3c2b3236add_0_27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c4f27df1c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g3c4f27df1cd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c4f27df1cd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g3c4f27df1cd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c4f27df1cd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g3c4f27df1cd_0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8" name="Google Shape;138;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4" name="Google Shape;144;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0" name="Google Shape;150;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6" name="Google Shape;156;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2" name="Google Shape;162;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0" name="Google Shape;170;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2"/>
          <p:cNvSpPr txBox="1"/>
          <p:nvPr>
            <p:ph type="ctrTitle"/>
          </p:nvPr>
        </p:nvSpPr>
        <p:spPr>
          <a:xfrm>
            <a:off x="1050877" y="1322386"/>
            <a:ext cx="10363200" cy="14700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17365D"/>
              </a:buClr>
              <a:buSzPts val="2800"/>
              <a:buFont typeface="Verdana"/>
              <a:buNone/>
              <a:defRPr>
                <a:solidFill>
                  <a:srgbClr val="17365D"/>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
          <p:cNvSpPr txBox="1"/>
          <p:nvPr>
            <p:ph idx="1" type="subTitle"/>
          </p:nvPr>
        </p:nvSpPr>
        <p:spPr>
          <a:xfrm>
            <a:off x="2032000" y="3326641"/>
            <a:ext cx="85344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400"/>
              </a:spcBef>
              <a:spcAft>
                <a:spcPts val="0"/>
              </a:spcAft>
              <a:buClr>
                <a:srgbClr val="17365D"/>
              </a:buClr>
              <a:buSzPts val="2000"/>
              <a:buNone/>
              <a:defRPr b="1" sz="2000">
                <a:solidFill>
                  <a:srgbClr val="17365D"/>
                </a:solidFill>
              </a:defRPr>
            </a:lvl1pPr>
            <a:lvl2pPr lvl="1" algn="ctr">
              <a:lnSpc>
                <a:spcPct val="100000"/>
              </a:lnSpc>
              <a:spcBef>
                <a:spcPts val="400"/>
              </a:spcBef>
              <a:spcAft>
                <a:spcPts val="0"/>
              </a:spcAft>
              <a:buClr>
                <a:srgbClr val="888888"/>
              </a:buClr>
              <a:buSzPts val="2000"/>
              <a:buNone/>
              <a:defRPr>
                <a:solidFill>
                  <a:srgbClr val="888888"/>
                </a:solidFill>
              </a:defRPr>
            </a:lvl2pPr>
            <a:lvl3pPr lvl="2" algn="ctr">
              <a:lnSpc>
                <a:spcPct val="100000"/>
              </a:lnSpc>
              <a:spcBef>
                <a:spcPts val="360"/>
              </a:spcBef>
              <a:spcAft>
                <a:spcPts val="0"/>
              </a:spcAft>
              <a:buClr>
                <a:srgbClr val="888888"/>
              </a:buClr>
              <a:buSzPts val="1800"/>
              <a:buNone/>
              <a:defRPr>
                <a:solidFill>
                  <a:srgbClr val="888888"/>
                </a:solidFill>
              </a:defRPr>
            </a:lvl3pPr>
            <a:lvl4pPr lvl="3" algn="ctr">
              <a:lnSpc>
                <a:spcPct val="100000"/>
              </a:lnSpc>
              <a:spcBef>
                <a:spcPts val="320"/>
              </a:spcBef>
              <a:spcAft>
                <a:spcPts val="0"/>
              </a:spcAft>
              <a:buClr>
                <a:srgbClr val="888888"/>
              </a:buClr>
              <a:buSzPts val="1600"/>
              <a:buNone/>
              <a:defRPr>
                <a:solidFill>
                  <a:srgbClr val="888888"/>
                </a:solidFill>
              </a:defRPr>
            </a:lvl4pPr>
            <a:lvl5pPr lvl="4" algn="ctr">
              <a:lnSpc>
                <a:spcPct val="100000"/>
              </a:lnSpc>
              <a:spcBef>
                <a:spcPts val="320"/>
              </a:spcBef>
              <a:spcAft>
                <a:spcPts val="0"/>
              </a:spcAft>
              <a:buClr>
                <a:srgbClr val="888888"/>
              </a:buClr>
              <a:buSzPts val="16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6" name="Google Shape;16;p2"/>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3"/>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17365D"/>
              </a:buClr>
              <a:buSzPts val="2800"/>
              <a:buFont typeface="Verdana"/>
              <a:buNone/>
              <a:defRPr>
                <a:solidFill>
                  <a:srgbClr val="17365D"/>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a:solidFill>
                  <a:schemeClr val="dk1"/>
                </a:solidFill>
              </a:defRPr>
            </a:lvl1pPr>
            <a:lvl2pPr indent="-355600" lvl="1" marL="914400" algn="l">
              <a:lnSpc>
                <a:spcPct val="100000"/>
              </a:lnSpc>
              <a:spcBef>
                <a:spcPts val="400"/>
              </a:spcBef>
              <a:spcAft>
                <a:spcPts val="0"/>
              </a:spcAft>
              <a:buClr>
                <a:schemeClr val="dk1"/>
              </a:buClr>
              <a:buSzPts val="2000"/>
              <a:buChar char="–"/>
              <a:defRPr>
                <a:solidFill>
                  <a:schemeClr val="dk1"/>
                </a:solidFill>
              </a:defRPr>
            </a:lvl2pPr>
            <a:lvl3pPr indent="-342900" lvl="2" marL="1371600" algn="l">
              <a:lnSpc>
                <a:spcPct val="100000"/>
              </a:lnSpc>
              <a:spcBef>
                <a:spcPts val="360"/>
              </a:spcBef>
              <a:spcAft>
                <a:spcPts val="0"/>
              </a:spcAft>
              <a:buClr>
                <a:schemeClr val="dk1"/>
              </a:buClr>
              <a:buSzPts val="1800"/>
              <a:buChar char="•"/>
              <a:defRPr>
                <a:solidFill>
                  <a:schemeClr val="dk1"/>
                </a:solidFill>
              </a:defRPr>
            </a:lvl3pPr>
            <a:lvl4pPr indent="-330200" lvl="3" marL="1828800" algn="l">
              <a:lnSpc>
                <a:spcPct val="100000"/>
              </a:lnSpc>
              <a:spcBef>
                <a:spcPts val="320"/>
              </a:spcBef>
              <a:spcAft>
                <a:spcPts val="0"/>
              </a:spcAft>
              <a:buClr>
                <a:schemeClr val="dk1"/>
              </a:buClr>
              <a:buSzPts val="1600"/>
              <a:buChar char="–"/>
              <a:defRPr>
                <a:solidFill>
                  <a:schemeClr val="dk1"/>
                </a:solidFill>
              </a:defRPr>
            </a:lvl4pPr>
            <a:lvl5pPr indent="-330200" lvl="4" marL="2286000" algn="l">
              <a:lnSpc>
                <a:spcPct val="100000"/>
              </a:lnSpc>
              <a:spcBef>
                <a:spcPts val="320"/>
              </a:spcBef>
              <a:spcAft>
                <a:spcPts val="0"/>
              </a:spcAft>
              <a:buClr>
                <a:schemeClr val="dk1"/>
              </a:buClr>
              <a:buSzPts val="1600"/>
              <a:buChar char="»"/>
              <a:defRPr>
                <a:solidFill>
                  <a:schemeClr val="dk1"/>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2" name="Google Shape;22;p3"/>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 name="Shape 25"/>
        <p:cNvGrpSpPr/>
        <p:nvPr/>
      </p:nvGrpSpPr>
      <p:grpSpPr>
        <a:xfrm>
          <a:off x="0" y="0"/>
          <a:ext cx="0" cy="0"/>
          <a:chOff x="0" y="0"/>
          <a:chExt cx="0" cy="0"/>
        </a:xfrm>
      </p:grpSpPr>
      <p:sp>
        <p:nvSpPr>
          <p:cNvPr id="26" name="Google Shape;26;p4"/>
          <p:cNvSpPr txBox="1"/>
          <p:nvPr>
            <p:ph type="title"/>
          </p:nvPr>
        </p:nvSpPr>
        <p:spPr>
          <a:xfrm>
            <a:off x="963084" y="4406903"/>
            <a:ext cx="10363200" cy="13620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rgbClr val="FF0000"/>
              </a:buClr>
              <a:buSzPts val="4000"/>
              <a:buFont typeface="Verdana"/>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4"/>
          <p:cNvSpPr txBox="1"/>
          <p:nvPr>
            <p:ph idx="1" type="body"/>
          </p:nvPr>
        </p:nvSpPr>
        <p:spPr>
          <a:xfrm>
            <a:off x="963084" y="2906713"/>
            <a:ext cx="10363200" cy="15003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28" name="Google Shape;28;p4"/>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4"/>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1" name="Shape 31"/>
        <p:cNvGrpSpPr/>
        <p:nvPr/>
      </p:nvGrpSpPr>
      <p:grpSpPr>
        <a:xfrm>
          <a:off x="0" y="0"/>
          <a:ext cx="0" cy="0"/>
          <a:chOff x="0" y="0"/>
          <a:chExt cx="0" cy="0"/>
        </a:xfrm>
      </p:grpSpPr>
      <p:sp>
        <p:nvSpPr>
          <p:cNvPr id="32" name="Google Shape;32;p5"/>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FF0000"/>
              </a:buClr>
              <a:buSzPts val="2800"/>
              <a:buFont typeface="Verdana"/>
              <a:buNone/>
              <a:defRPr>
                <a:solidFill>
                  <a:srgbClr val="FF00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5"/>
          <p:cNvSpPr txBox="1"/>
          <p:nvPr>
            <p:ph idx="1" type="body"/>
          </p:nvPr>
        </p:nvSpPr>
        <p:spPr>
          <a:xfrm>
            <a:off x="609600" y="1600203"/>
            <a:ext cx="5384700" cy="452610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4" name="Google Shape;34;p5"/>
          <p:cNvSpPr txBox="1"/>
          <p:nvPr>
            <p:ph idx="2" type="body"/>
          </p:nvPr>
        </p:nvSpPr>
        <p:spPr>
          <a:xfrm>
            <a:off x="6197600" y="1600203"/>
            <a:ext cx="5384700" cy="452610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5" name="Google Shape;35;p5"/>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5"/>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5"/>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8" name="Shape 38"/>
        <p:cNvGrpSpPr/>
        <p:nvPr/>
      </p:nvGrpSpPr>
      <p:grpSpPr>
        <a:xfrm>
          <a:off x="0" y="0"/>
          <a:ext cx="0" cy="0"/>
          <a:chOff x="0" y="0"/>
          <a:chExt cx="0" cy="0"/>
        </a:xfrm>
      </p:grpSpPr>
      <p:sp>
        <p:nvSpPr>
          <p:cNvPr id="39" name="Google Shape;39;p6"/>
          <p:cNvSpPr txBox="1"/>
          <p:nvPr>
            <p:ph type="title"/>
          </p:nvPr>
        </p:nvSpPr>
        <p:spPr>
          <a:xfrm>
            <a:off x="859368" y="304800"/>
            <a:ext cx="10668000" cy="4875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FF0000"/>
              </a:buClr>
              <a:buSzPts val="2800"/>
              <a:buFont typeface="Verdana"/>
              <a:buNone/>
              <a:defRPr>
                <a:solidFill>
                  <a:srgbClr val="FF00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6"/>
          <p:cNvSpPr txBox="1"/>
          <p:nvPr>
            <p:ph idx="1" type="body"/>
          </p:nvPr>
        </p:nvSpPr>
        <p:spPr>
          <a:xfrm>
            <a:off x="609600" y="1535113"/>
            <a:ext cx="5386800" cy="63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1" name="Google Shape;41;p6"/>
          <p:cNvSpPr txBox="1"/>
          <p:nvPr>
            <p:ph idx="2" type="body"/>
          </p:nvPr>
        </p:nvSpPr>
        <p:spPr>
          <a:xfrm>
            <a:off x="609600" y="2174875"/>
            <a:ext cx="5386800" cy="39513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2" name="Google Shape;42;p6"/>
          <p:cNvSpPr txBox="1"/>
          <p:nvPr>
            <p:ph idx="3" type="body"/>
          </p:nvPr>
        </p:nvSpPr>
        <p:spPr>
          <a:xfrm>
            <a:off x="6193369" y="1535113"/>
            <a:ext cx="5388900" cy="63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6"/>
          <p:cNvSpPr txBox="1"/>
          <p:nvPr>
            <p:ph idx="4" type="body"/>
          </p:nvPr>
        </p:nvSpPr>
        <p:spPr>
          <a:xfrm>
            <a:off x="6193369" y="2174875"/>
            <a:ext cx="5388900" cy="39513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6"/>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6"/>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6"/>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7" name="Shape 47"/>
        <p:cNvGrpSpPr/>
        <p:nvPr/>
      </p:nvGrpSpPr>
      <p:grpSpPr>
        <a:xfrm>
          <a:off x="0" y="0"/>
          <a:ext cx="0" cy="0"/>
          <a:chOff x="0" y="0"/>
          <a:chExt cx="0" cy="0"/>
        </a:xfrm>
      </p:grpSpPr>
      <p:sp>
        <p:nvSpPr>
          <p:cNvPr id="48" name="Google Shape;48;p7"/>
          <p:cNvSpPr txBox="1"/>
          <p:nvPr>
            <p:ph type="title"/>
          </p:nvPr>
        </p:nvSpPr>
        <p:spPr>
          <a:xfrm>
            <a:off x="3860800" y="274638"/>
            <a:ext cx="7721700" cy="4875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FF000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7"/>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7"/>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7"/>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pic>
        <p:nvPicPr>
          <p:cNvPr descr="C:\Users\AMMU\Desktop\Border.png" id="52" name="Google Shape;52;p7"/>
          <p:cNvPicPr preferRelativeResize="0"/>
          <p:nvPr/>
        </p:nvPicPr>
        <p:blipFill rotWithShape="1">
          <a:blip r:embed="rId2">
            <a:alphaModFix/>
          </a:blip>
          <a:srcRect b="0" l="0" r="0" t="0"/>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8"/>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8"/>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8"/>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7" name="Shape 57"/>
        <p:cNvGrpSpPr/>
        <p:nvPr/>
      </p:nvGrpSpPr>
      <p:grpSpPr>
        <a:xfrm>
          <a:off x="0" y="0"/>
          <a:ext cx="0" cy="0"/>
          <a:chOff x="0" y="0"/>
          <a:chExt cx="0" cy="0"/>
        </a:xfrm>
      </p:grpSpPr>
      <p:sp>
        <p:nvSpPr>
          <p:cNvPr id="58" name="Google Shape;58;p9"/>
          <p:cNvSpPr txBox="1"/>
          <p:nvPr>
            <p:ph type="title"/>
          </p:nvPr>
        </p:nvSpPr>
        <p:spPr>
          <a:xfrm>
            <a:off x="609602" y="273050"/>
            <a:ext cx="4011000" cy="1162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rgbClr val="FF0000"/>
              </a:buClr>
              <a:buSzPts val="2000"/>
              <a:buFont typeface="Verdana"/>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9"/>
          <p:cNvSpPr txBox="1"/>
          <p:nvPr>
            <p:ph idx="1" type="body"/>
          </p:nvPr>
        </p:nvSpPr>
        <p:spPr>
          <a:xfrm>
            <a:off x="4766733" y="273053"/>
            <a:ext cx="6815700" cy="5853000"/>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0" name="Google Shape;60;p9"/>
          <p:cNvSpPr txBox="1"/>
          <p:nvPr>
            <p:ph idx="2" type="body"/>
          </p:nvPr>
        </p:nvSpPr>
        <p:spPr>
          <a:xfrm>
            <a:off x="609602" y="1435103"/>
            <a:ext cx="4011000" cy="4691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1" name="Google Shape;61;p9"/>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9"/>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9"/>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4" name="Shape 64"/>
        <p:cNvGrpSpPr/>
        <p:nvPr/>
      </p:nvGrpSpPr>
      <p:grpSpPr>
        <a:xfrm>
          <a:off x="0" y="0"/>
          <a:ext cx="0" cy="0"/>
          <a:chOff x="0" y="0"/>
          <a:chExt cx="0" cy="0"/>
        </a:xfrm>
      </p:grpSpPr>
      <p:sp>
        <p:nvSpPr>
          <p:cNvPr id="65" name="Google Shape;65;p10"/>
          <p:cNvSpPr txBox="1"/>
          <p:nvPr>
            <p:ph type="title"/>
          </p:nvPr>
        </p:nvSpPr>
        <p:spPr>
          <a:xfrm>
            <a:off x="2389717" y="4800600"/>
            <a:ext cx="7315200" cy="5667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rgbClr val="FF0000"/>
              </a:buClr>
              <a:buSzPts val="2000"/>
              <a:buFont typeface="Verdana"/>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0"/>
          <p:cNvSpPr/>
          <p:nvPr>
            <p:ph idx="2" type="pic"/>
          </p:nvPr>
        </p:nvSpPr>
        <p:spPr>
          <a:xfrm>
            <a:off x="2389717" y="612775"/>
            <a:ext cx="7315200" cy="4114800"/>
          </a:xfrm>
          <a:prstGeom prst="rect">
            <a:avLst/>
          </a:prstGeom>
          <a:noFill/>
          <a:ln>
            <a:noFill/>
          </a:ln>
        </p:spPr>
      </p:sp>
      <p:sp>
        <p:nvSpPr>
          <p:cNvPr id="67" name="Google Shape;67;p10"/>
          <p:cNvSpPr txBox="1"/>
          <p:nvPr>
            <p:ph idx="1" type="body"/>
          </p:nvPr>
        </p:nvSpPr>
        <p:spPr>
          <a:xfrm>
            <a:off x="2389717" y="5367338"/>
            <a:ext cx="7315200" cy="8049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8" name="Google Shape;68;p10"/>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10"/>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0"/>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1" name="Shape 71"/>
        <p:cNvGrpSpPr/>
        <p:nvPr/>
      </p:nvGrpSpPr>
      <p:grpSpPr>
        <a:xfrm>
          <a:off x="0" y="0"/>
          <a:ext cx="0" cy="0"/>
          <a:chOff x="0" y="0"/>
          <a:chExt cx="0" cy="0"/>
        </a:xfrm>
      </p:grpSpPr>
      <p:sp>
        <p:nvSpPr>
          <p:cNvPr id="72" name="Google Shape;72;p11"/>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FF000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1"/>
          <p:cNvSpPr txBox="1"/>
          <p:nvPr>
            <p:ph idx="1" type="body"/>
          </p:nvPr>
        </p:nvSpPr>
        <p:spPr>
          <a:xfrm rot="5400000">
            <a:off x="3670300" y="-1714499"/>
            <a:ext cx="4953000" cy="106680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4" name="Google Shape;74;p11"/>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1"/>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1"/>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7" name="Shape 77"/>
        <p:cNvGrpSpPr/>
        <p:nvPr/>
      </p:nvGrpSpPr>
      <p:grpSpPr>
        <a:xfrm>
          <a:off x="0" y="0"/>
          <a:ext cx="0" cy="0"/>
          <a:chOff x="0" y="0"/>
          <a:chExt cx="0" cy="0"/>
        </a:xfrm>
      </p:grpSpPr>
      <p:sp>
        <p:nvSpPr>
          <p:cNvPr id="78" name="Google Shape;78;p12"/>
          <p:cNvSpPr txBox="1"/>
          <p:nvPr>
            <p:ph type="title"/>
          </p:nvPr>
        </p:nvSpPr>
        <p:spPr>
          <a:xfrm rot="5400000">
            <a:off x="7285050" y="1828791"/>
            <a:ext cx="5851500" cy="2743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FF000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2"/>
          <p:cNvSpPr txBox="1"/>
          <p:nvPr>
            <p:ph idx="1" type="body"/>
          </p:nvPr>
        </p:nvSpPr>
        <p:spPr>
          <a:xfrm rot="5400000">
            <a:off x="1697000" y="-812859"/>
            <a:ext cx="5851500" cy="80265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0" name="Google Shape;80;p12"/>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12"/>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2"/>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FF0000"/>
              </a:buClr>
              <a:buSzPts val="2800"/>
              <a:buFont typeface="Verdana"/>
              <a:buNone/>
              <a:defRPr b="1" i="0" sz="2800" u="none" cap="none" strike="noStrike">
                <a:solidFill>
                  <a:srgbClr val="FF0000"/>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rmAutofit/>
          </a:bodyPr>
          <a:lstStyle>
            <a:lvl1pPr indent="-381000" lvl="0" marL="4572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Verdana"/>
                <a:ea typeface="Verdana"/>
                <a:cs typeface="Verdana"/>
                <a:sym typeface="Verdana"/>
              </a:defRPr>
            </a:lvl1pPr>
            <a:lvl2pPr indent="-355600" lvl="1" marL="914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2pPr>
            <a:lvl3pPr indent="-342900" lvl="2" marL="13716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3pPr>
            <a:lvl4pPr indent="-330200" lvl="3" marL="18288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Verdana"/>
                <a:ea typeface="Verdana"/>
                <a:cs typeface="Verdana"/>
                <a:sym typeface="Verdana"/>
              </a:defRPr>
            </a:lvl4pPr>
            <a:lvl5pPr indent="-330200" lvl="4" marL="22860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Verdana"/>
                <a:ea typeface="Verdana"/>
                <a:cs typeface="Verdana"/>
                <a:sym typeface="Verdana"/>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Bookman Old Style"/>
                <a:ea typeface="Bookman Old Style"/>
                <a:cs typeface="Bookman Old Style"/>
                <a:sym typeface="Bookman Old Style"/>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Bookman Old Style"/>
                <a:ea typeface="Bookman Old Style"/>
                <a:cs typeface="Bookman Old Style"/>
                <a:sym typeface="Bookman Old Style"/>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Bookman Old Style"/>
                <a:ea typeface="Bookman Old Style"/>
                <a:cs typeface="Bookman Old Style"/>
                <a:sym typeface="Bookman Old Style"/>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Bookman Old Style"/>
                <a:ea typeface="Bookman Old Style"/>
                <a:cs typeface="Bookman Old Style"/>
                <a:sym typeface="Bookman Old Style"/>
              </a:defRPr>
            </a:lvl9pPr>
          </a:lstStyle>
          <a:p/>
        </p:txBody>
      </p:sp>
      <p:sp>
        <p:nvSpPr>
          <p:cNvPr id="8" name="Google Shape;8;p1"/>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9pPr>
          </a:lstStyle>
          <a:p/>
        </p:txBody>
      </p:sp>
      <p:sp>
        <p:nvSpPr>
          <p:cNvPr id="9" name="Google Shape;9;p1"/>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9pPr>
          </a:lstStyle>
          <a:p/>
        </p:txBody>
      </p:sp>
      <p:sp>
        <p:nvSpPr>
          <p:cNvPr id="10" name="Google Shape;10;p1"/>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cxnSp>
        <p:nvCxnSpPr>
          <p:cNvPr id="11" name="Google Shape;11;p1"/>
          <p:cNvCxnSpPr/>
          <p:nvPr/>
        </p:nvCxnSpPr>
        <p:spPr>
          <a:xfrm>
            <a:off x="812800" y="914400"/>
            <a:ext cx="10668000" cy="0"/>
          </a:xfrm>
          <a:prstGeom prst="straightConnector1">
            <a:avLst/>
          </a:prstGeom>
          <a:noFill/>
          <a:ln cap="flat" cmpd="thickThin" w="57150">
            <a:solidFill>
              <a:schemeClr val="dk1"/>
            </a:solidFill>
            <a:prstDash val="solid"/>
            <a:round/>
            <a:headEnd len="sm" w="sm" type="none"/>
            <a:tailEnd len="sm" w="sm" type="none"/>
          </a:ln>
        </p:spPr>
      </p:cxnSp>
      <p:pic>
        <p:nvPicPr>
          <p:cNvPr id="12" name="Google Shape;12;p1"/>
          <p:cNvPicPr preferRelativeResize="0"/>
          <p:nvPr/>
        </p:nvPicPr>
        <p:blipFill rotWithShape="1">
          <a:blip r:embed="rId1">
            <a:alphaModFix/>
          </a:blip>
          <a:srcRect b="18045" l="0" r="0" t="0"/>
          <a:stretch/>
        </p:blipFill>
        <p:spPr>
          <a:xfrm>
            <a:off x="0" y="5991366"/>
            <a:ext cx="12192001" cy="866633"/>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hyperlink" Target="https://github.com/ashwin2947/cattle-ai"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3"/>
          <p:cNvSpPr txBox="1"/>
          <p:nvPr>
            <p:ph type="ctrTitle"/>
          </p:nvPr>
        </p:nvSpPr>
        <p:spPr>
          <a:xfrm>
            <a:off x="790469" y="1069102"/>
            <a:ext cx="10363200" cy="962898"/>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17365D"/>
              </a:buClr>
              <a:buSzPts val="2800"/>
              <a:buFont typeface="Verdana"/>
              <a:buNone/>
            </a:pPr>
            <a:r>
              <a:rPr lang="en-US" sz="2400">
                <a:solidFill>
                  <a:schemeClr val="dk1"/>
                </a:solidFill>
                <a:latin typeface="Cambria"/>
                <a:ea typeface="Cambria"/>
                <a:cs typeface="Cambria"/>
                <a:sym typeface="Cambria"/>
              </a:rPr>
              <a:t>Cattle AI - Intelligence System</a:t>
            </a:r>
            <a:endParaRPr sz="2400">
              <a:solidFill>
                <a:schemeClr val="dk1"/>
              </a:solidFill>
              <a:latin typeface="Cambria"/>
              <a:ea typeface="Cambria"/>
              <a:cs typeface="Cambria"/>
              <a:sym typeface="Cambria"/>
            </a:endParaRPr>
          </a:p>
        </p:txBody>
      </p:sp>
      <p:sp>
        <p:nvSpPr>
          <p:cNvPr id="88" name="Google Shape;88;p13"/>
          <p:cNvSpPr txBox="1"/>
          <p:nvPr>
            <p:ph idx="1" type="subTitle"/>
          </p:nvPr>
        </p:nvSpPr>
        <p:spPr>
          <a:xfrm>
            <a:off x="790468" y="2045352"/>
            <a:ext cx="4391131" cy="5523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rgbClr val="17365D"/>
              </a:buClr>
              <a:buSzPts val="2000"/>
              <a:buNone/>
            </a:pPr>
            <a:r>
              <a:rPr lang="en-US" sz="1800">
                <a:latin typeface="Cambria"/>
                <a:ea typeface="Cambria"/>
                <a:cs typeface="Cambria"/>
                <a:sym typeface="Cambria"/>
              </a:rPr>
              <a:t>Batch Number: CAI_22</a:t>
            </a:r>
            <a:endParaRPr sz="1800">
              <a:latin typeface="Cambria"/>
              <a:ea typeface="Cambria"/>
              <a:cs typeface="Cambria"/>
              <a:sym typeface="Cambria"/>
            </a:endParaRPr>
          </a:p>
        </p:txBody>
      </p:sp>
      <p:sp>
        <p:nvSpPr>
          <p:cNvPr id="89" name="Google Shape;89;p13"/>
          <p:cNvSpPr txBox="1"/>
          <p:nvPr/>
        </p:nvSpPr>
        <p:spPr>
          <a:xfrm>
            <a:off x="6480195" y="2513340"/>
            <a:ext cx="5514300" cy="2020560"/>
          </a:xfrm>
          <a:prstGeom prst="rect">
            <a:avLst/>
          </a:prstGeom>
          <a:noFill/>
          <a:ln>
            <a:noFill/>
          </a:ln>
        </p:spPr>
        <p:txBody>
          <a:bodyPr anchorCtr="0" anchor="t" bIns="45700" lIns="91425" spcFirstLastPara="1" rIns="91425" wrap="square" tIns="45700">
            <a:normAutofit lnSpcReduction="20000"/>
          </a:bodyPr>
          <a:lstStyle/>
          <a:p>
            <a:pPr indent="0" lvl="0" marL="0" marR="0" rtl="0" algn="ctr">
              <a:lnSpc>
                <a:spcPct val="100000"/>
              </a:lnSpc>
              <a:spcBef>
                <a:spcPts val="0"/>
              </a:spcBef>
              <a:spcAft>
                <a:spcPts val="0"/>
              </a:spcAft>
              <a:buClr>
                <a:srgbClr val="17365D"/>
              </a:buClr>
              <a:buSzPts val="2000"/>
              <a:buFont typeface="Arial"/>
              <a:buNone/>
            </a:pPr>
            <a:r>
              <a:rPr b="1" i="0" lang="en-US" sz="1800" u="none" cap="none" strike="noStrike">
                <a:solidFill>
                  <a:srgbClr val="17365D"/>
                </a:solidFill>
                <a:latin typeface="Cambria"/>
                <a:ea typeface="Cambria"/>
                <a:cs typeface="Cambria"/>
                <a:sym typeface="Cambria"/>
              </a:rPr>
              <a:t>Under the Supervision of,</a:t>
            </a:r>
            <a:endParaRPr b="0" i="0" sz="1800" u="none" cap="none" strike="noStrike">
              <a:solidFill>
                <a:srgbClr val="000000"/>
              </a:solidFill>
              <a:latin typeface="Cambria"/>
              <a:ea typeface="Cambria"/>
              <a:cs typeface="Cambria"/>
              <a:sym typeface="Cambria"/>
            </a:endParaRPr>
          </a:p>
          <a:p>
            <a:pPr indent="0" lvl="0" marL="0" marR="0" rtl="0" algn="ctr">
              <a:lnSpc>
                <a:spcPct val="100000"/>
              </a:lnSpc>
              <a:spcBef>
                <a:spcPts val="400"/>
              </a:spcBef>
              <a:spcAft>
                <a:spcPts val="0"/>
              </a:spcAft>
              <a:buClr>
                <a:srgbClr val="17365D"/>
              </a:buClr>
              <a:buSzPts val="2000"/>
              <a:buFont typeface="Arial"/>
              <a:buNone/>
            </a:pPr>
            <a:r>
              <a:t/>
            </a:r>
            <a:endParaRPr b="1" i="0" sz="2000" u="none" cap="none" strike="noStrike">
              <a:solidFill>
                <a:srgbClr val="17365D"/>
              </a:solidFill>
              <a:latin typeface="Cambria"/>
              <a:ea typeface="Cambria"/>
              <a:cs typeface="Cambria"/>
              <a:sym typeface="Cambria"/>
            </a:endParaRPr>
          </a:p>
          <a:p>
            <a:pPr indent="0" lvl="0" marL="0" marR="0" rtl="0" algn="l">
              <a:lnSpc>
                <a:spcPct val="100000"/>
              </a:lnSpc>
              <a:spcBef>
                <a:spcPts val="340"/>
              </a:spcBef>
              <a:spcAft>
                <a:spcPts val="0"/>
              </a:spcAft>
              <a:buClr>
                <a:srgbClr val="17365D"/>
              </a:buClr>
              <a:buSzPts val="1700"/>
              <a:buFont typeface="Arial"/>
              <a:buNone/>
            </a:pPr>
            <a:r>
              <a:rPr b="1" i="0" lang="en-US" sz="1700" u="none" cap="none" strike="noStrike">
                <a:solidFill>
                  <a:srgbClr val="17365D"/>
                </a:solidFill>
                <a:latin typeface="Cambria"/>
                <a:ea typeface="Cambria"/>
                <a:cs typeface="Cambria"/>
                <a:sym typeface="Cambria"/>
              </a:rPr>
              <a:t>Mr. Jai Kumar B</a:t>
            </a:r>
            <a:endParaRPr b="0" i="0" sz="1400" u="none" cap="none" strike="noStrike">
              <a:solidFill>
                <a:srgbClr val="000000"/>
              </a:solidFill>
              <a:latin typeface="Cambria"/>
              <a:ea typeface="Cambria"/>
              <a:cs typeface="Cambria"/>
              <a:sym typeface="Cambria"/>
            </a:endParaRPr>
          </a:p>
          <a:p>
            <a:pPr indent="0" lvl="0" marL="0" marR="0" rtl="0" algn="l">
              <a:lnSpc>
                <a:spcPct val="100000"/>
              </a:lnSpc>
              <a:spcBef>
                <a:spcPts val="340"/>
              </a:spcBef>
              <a:spcAft>
                <a:spcPts val="0"/>
              </a:spcAft>
              <a:buClr>
                <a:srgbClr val="17365D"/>
              </a:buClr>
              <a:buSzPts val="1700"/>
              <a:buFont typeface="Arial"/>
              <a:buNone/>
            </a:pPr>
            <a:r>
              <a:rPr b="1" i="0" lang="en-US" sz="1700" u="none" cap="none" strike="noStrike">
                <a:solidFill>
                  <a:srgbClr val="17365D"/>
                </a:solidFill>
                <a:latin typeface="Cambria"/>
                <a:ea typeface="Cambria"/>
                <a:cs typeface="Cambria"/>
                <a:sym typeface="Cambria"/>
              </a:rPr>
              <a:t>Assistant Professor</a:t>
            </a:r>
            <a:endParaRPr b="0" i="0" sz="1400" u="none" cap="none" strike="noStrike">
              <a:solidFill>
                <a:srgbClr val="000000"/>
              </a:solidFill>
              <a:latin typeface="Cambria"/>
              <a:ea typeface="Cambria"/>
              <a:cs typeface="Cambria"/>
              <a:sym typeface="Cambria"/>
            </a:endParaRPr>
          </a:p>
          <a:p>
            <a:pPr indent="0" lvl="0" marL="0" marR="0" rtl="0" algn="l">
              <a:lnSpc>
                <a:spcPct val="100000"/>
              </a:lnSpc>
              <a:spcBef>
                <a:spcPts val="340"/>
              </a:spcBef>
              <a:spcAft>
                <a:spcPts val="0"/>
              </a:spcAft>
              <a:buClr>
                <a:srgbClr val="17365D"/>
              </a:buClr>
              <a:buSzPts val="1700"/>
              <a:buFont typeface="Arial"/>
              <a:buNone/>
            </a:pPr>
            <a:r>
              <a:rPr b="1" i="0" lang="en-US" sz="1700" u="none" cap="none" strike="noStrike">
                <a:solidFill>
                  <a:srgbClr val="17365D"/>
                </a:solidFill>
                <a:latin typeface="Cambria"/>
                <a:ea typeface="Cambria"/>
                <a:cs typeface="Cambria"/>
                <a:sym typeface="Cambria"/>
              </a:rPr>
              <a:t>School of Computer Science and Engineering</a:t>
            </a:r>
            <a:endParaRPr b="0" i="0" sz="1400" u="none" cap="none" strike="noStrike">
              <a:solidFill>
                <a:srgbClr val="000000"/>
              </a:solidFill>
              <a:latin typeface="Cambria"/>
              <a:ea typeface="Cambria"/>
              <a:cs typeface="Cambria"/>
              <a:sym typeface="Cambria"/>
            </a:endParaRPr>
          </a:p>
          <a:p>
            <a:pPr indent="0" lvl="0" marL="0" marR="0" rtl="0" algn="l">
              <a:lnSpc>
                <a:spcPct val="100000"/>
              </a:lnSpc>
              <a:spcBef>
                <a:spcPts val="340"/>
              </a:spcBef>
              <a:spcAft>
                <a:spcPts val="0"/>
              </a:spcAft>
              <a:buClr>
                <a:srgbClr val="17365D"/>
              </a:buClr>
              <a:buSzPts val="1700"/>
              <a:buFont typeface="Arial"/>
              <a:buNone/>
            </a:pPr>
            <a:r>
              <a:rPr b="1" i="0" lang="en-US" sz="1700" u="none" cap="none" strike="noStrike">
                <a:solidFill>
                  <a:srgbClr val="17365D"/>
                </a:solidFill>
                <a:latin typeface="Cambria"/>
                <a:ea typeface="Cambria"/>
                <a:cs typeface="Cambria"/>
                <a:sym typeface="Cambria"/>
              </a:rPr>
              <a:t>Presidency University</a:t>
            </a:r>
            <a:endParaRPr b="0" i="0" sz="1400" u="none" cap="none" strike="noStrike">
              <a:solidFill>
                <a:srgbClr val="000000"/>
              </a:solidFill>
              <a:latin typeface="Cambria"/>
              <a:ea typeface="Cambria"/>
              <a:cs typeface="Cambria"/>
              <a:sym typeface="Cambria"/>
            </a:endParaRPr>
          </a:p>
          <a:p>
            <a:pPr indent="0" lvl="0" marL="0" marR="0" rtl="0" algn="l">
              <a:lnSpc>
                <a:spcPct val="100000"/>
              </a:lnSpc>
              <a:spcBef>
                <a:spcPts val="400"/>
              </a:spcBef>
              <a:spcAft>
                <a:spcPts val="0"/>
              </a:spcAft>
              <a:buClr>
                <a:srgbClr val="17365D"/>
              </a:buClr>
              <a:buSzPts val="2000"/>
              <a:buFont typeface="Arial"/>
              <a:buNone/>
            </a:pPr>
            <a:r>
              <a:t/>
            </a:r>
            <a:endParaRPr b="1" i="0" sz="2000" u="none" cap="none" strike="noStrike">
              <a:solidFill>
                <a:srgbClr val="17365D"/>
              </a:solidFill>
              <a:latin typeface="Cambria"/>
              <a:ea typeface="Cambria"/>
              <a:cs typeface="Cambria"/>
              <a:sym typeface="Cambria"/>
            </a:endParaRPr>
          </a:p>
        </p:txBody>
      </p:sp>
      <p:graphicFrame>
        <p:nvGraphicFramePr>
          <p:cNvPr id="90" name="Google Shape;90;p13"/>
          <p:cNvGraphicFramePr/>
          <p:nvPr/>
        </p:nvGraphicFramePr>
        <p:xfrm>
          <a:off x="553347" y="2721840"/>
          <a:ext cx="3000000" cy="3000000"/>
        </p:xfrm>
        <a:graphic>
          <a:graphicData uri="http://schemas.openxmlformats.org/drawingml/2006/table">
            <a:tbl>
              <a:tblPr bandRow="1" firstRow="1">
                <a:noFill/>
                <a:tableStyleId>{CCA5B6A8-2ADD-4CB7-BCB8-B910874FFFEA}</a:tableStyleId>
              </a:tblPr>
              <a:tblGrid>
                <a:gridCol w="2085000"/>
                <a:gridCol w="3333675"/>
              </a:tblGrid>
              <a:tr h="306250">
                <a:tc>
                  <a:txBody>
                    <a:bodyPr/>
                    <a:lstStyle/>
                    <a:p>
                      <a:pPr indent="0" lvl="1" marL="0" marR="0" rtl="0" algn="ctr">
                        <a:lnSpc>
                          <a:spcPct val="100000"/>
                        </a:lnSpc>
                        <a:spcBef>
                          <a:spcPts val="0"/>
                        </a:spcBef>
                        <a:spcAft>
                          <a:spcPts val="0"/>
                        </a:spcAft>
                        <a:buClr>
                          <a:srgbClr val="000000"/>
                        </a:buClr>
                        <a:buSzPts val="1800"/>
                        <a:buFont typeface="Arial"/>
                        <a:buNone/>
                      </a:pPr>
                      <a:r>
                        <a:rPr b="1" lang="en-US" sz="1800" u="none" cap="none" strike="noStrike">
                          <a:solidFill>
                            <a:srgbClr val="17365D"/>
                          </a:solidFill>
                        </a:rPr>
                        <a:t>Roll Number</a:t>
                      </a:r>
                      <a:endParaRPr b="1" sz="1800" u="none" cap="none" strike="noStrike">
                        <a:solidFill>
                          <a:srgbClr val="17365D"/>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solidFill>
                            <a:srgbClr val="17365D"/>
                          </a:solidFill>
                        </a:rPr>
                        <a:t>Student Name</a:t>
                      </a:r>
                      <a:endParaRPr b="1" sz="1800" u="none" cap="none" strike="noStrike">
                        <a:solidFill>
                          <a:srgbClr val="17365D"/>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0625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0625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0625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0625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0625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91" name="Google Shape;91;p13"/>
          <p:cNvSpPr txBox="1"/>
          <p:nvPr/>
        </p:nvSpPr>
        <p:spPr>
          <a:xfrm>
            <a:off x="2832225" y="136441"/>
            <a:ext cx="5498973" cy="72937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17365D"/>
              </a:buClr>
              <a:buSzPts val="1800"/>
              <a:buFont typeface="Arial"/>
              <a:buNone/>
            </a:pPr>
            <a:r>
              <a:rPr b="1" lang="en-US" sz="1800">
                <a:solidFill>
                  <a:srgbClr val="17365D"/>
                </a:solidFill>
                <a:latin typeface="Cambria"/>
                <a:ea typeface="Cambria"/>
                <a:cs typeface="Cambria"/>
                <a:sym typeface="Cambria"/>
              </a:rPr>
              <a:t>CSE7302</a:t>
            </a:r>
            <a:r>
              <a:rPr b="1" i="0" lang="en-US" sz="1800" u="none" cap="none" strike="noStrike">
                <a:solidFill>
                  <a:srgbClr val="17365D"/>
                </a:solidFill>
                <a:latin typeface="Cambria"/>
                <a:ea typeface="Cambria"/>
                <a:cs typeface="Cambria"/>
                <a:sym typeface="Cambria"/>
              </a:rPr>
              <a:t>- </a:t>
            </a:r>
            <a:r>
              <a:rPr b="1" lang="en-US" sz="1800">
                <a:solidFill>
                  <a:srgbClr val="17365D"/>
                </a:solidFill>
                <a:latin typeface="Cambria"/>
                <a:ea typeface="Cambria"/>
                <a:cs typeface="Cambria"/>
                <a:sym typeface="Cambria"/>
              </a:rPr>
              <a:t>University</a:t>
            </a:r>
            <a:r>
              <a:rPr b="1" i="0" lang="en-US" sz="1800" u="none" cap="none" strike="noStrike">
                <a:solidFill>
                  <a:srgbClr val="17365D"/>
                </a:solidFill>
                <a:latin typeface="Cambria"/>
                <a:ea typeface="Cambria"/>
                <a:cs typeface="Cambria"/>
                <a:sym typeface="Cambria"/>
              </a:rPr>
              <a:t> Project</a:t>
            </a:r>
            <a:endParaRPr b="0" i="0" sz="1800" u="none" cap="none" strike="noStrike">
              <a:solidFill>
                <a:srgbClr val="000000"/>
              </a:solidFill>
              <a:latin typeface="Cambria"/>
              <a:ea typeface="Cambria"/>
              <a:cs typeface="Cambria"/>
              <a:sym typeface="Cambria"/>
            </a:endParaRPr>
          </a:p>
          <a:p>
            <a:pPr indent="0" lvl="0" marL="0" marR="0" rtl="0" algn="ctr">
              <a:lnSpc>
                <a:spcPct val="100000"/>
              </a:lnSpc>
              <a:spcBef>
                <a:spcPts val="310"/>
              </a:spcBef>
              <a:spcAft>
                <a:spcPts val="0"/>
              </a:spcAft>
              <a:buClr>
                <a:srgbClr val="17365D"/>
              </a:buClr>
              <a:buSzPts val="1800"/>
              <a:buFont typeface="Arial"/>
              <a:buNone/>
            </a:pPr>
            <a:r>
              <a:rPr b="1" i="0" lang="en-US" sz="1800" u="none" cap="none" strike="noStrike">
                <a:solidFill>
                  <a:srgbClr val="17365D"/>
                </a:solidFill>
                <a:latin typeface="Cambria"/>
                <a:ea typeface="Cambria"/>
                <a:cs typeface="Cambria"/>
                <a:sym typeface="Cambria"/>
              </a:rPr>
              <a:t>Review-</a:t>
            </a:r>
            <a:r>
              <a:rPr b="1" lang="en-US" sz="1800">
                <a:solidFill>
                  <a:srgbClr val="17365D"/>
                </a:solidFill>
                <a:latin typeface="Cambria"/>
                <a:ea typeface="Cambria"/>
                <a:cs typeface="Cambria"/>
                <a:sym typeface="Cambria"/>
              </a:rPr>
              <a:t>2</a:t>
            </a:r>
            <a:endParaRPr b="1" i="0" sz="1800" u="none" cap="none" strike="noStrike">
              <a:solidFill>
                <a:srgbClr val="17365D"/>
              </a:solidFill>
              <a:latin typeface="Cambria"/>
              <a:ea typeface="Cambria"/>
              <a:cs typeface="Cambria"/>
              <a:sym typeface="Cambria"/>
            </a:endParaRPr>
          </a:p>
        </p:txBody>
      </p:sp>
      <p:sp>
        <p:nvSpPr>
          <p:cNvPr id="92" name="Google Shape;92;p13"/>
          <p:cNvSpPr txBox="1"/>
          <p:nvPr/>
        </p:nvSpPr>
        <p:spPr>
          <a:xfrm>
            <a:off x="790474" y="4533900"/>
            <a:ext cx="11459400" cy="1562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7365D"/>
              </a:buClr>
              <a:buSzPts val="1800"/>
              <a:buFont typeface="Arial"/>
              <a:buNone/>
            </a:pPr>
            <a:r>
              <a:rPr b="1" i="0" lang="en-US" sz="1800" u="none" cap="none" strike="noStrike">
                <a:solidFill>
                  <a:schemeClr val="accent1"/>
                </a:solidFill>
                <a:latin typeface="Cambria"/>
                <a:ea typeface="Cambria"/>
                <a:cs typeface="Cambria"/>
                <a:sym typeface="Cambria"/>
              </a:rPr>
              <a:t>Name of the Program: </a:t>
            </a:r>
            <a:r>
              <a:rPr b="1" i="0" lang="en-US" sz="1800" u="none" cap="none" strike="noStrike">
                <a:solidFill>
                  <a:srgbClr val="FF0000"/>
                </a:solidFill>
                <a:latin typeface="Cambria"/>
                <a:ea typeface="Cambria"/>
                <a:cs typeface="Cambria"/>
                <a:sym typeface="Cambria"/>
              </a:rPr>
              <a:t>B.Tech CAI</a:t>
            </a:r>
            <a:endParaRPr b="0" i="0" sz="1400" u="none" cap="none" strike="noStrike">
              <a:solidFill>
                <a:srgbClr val="FF0000"/>
              </a:solidFill>
              <a:latin typeface="Arial"/>
              <a:ea typeface="Arial"/>
              <a:cs typeface="Arial"/>
              <a:sym typeface="Arial"/>
            </a:endParaRPr>
          </a:p>
          <a:p>
            <a:pPr indent="0" lvl="0" marL="0" marR="0" rtl="0" algn="l">
              <a:lnSpc>
                <a:spcPct val="100000"/>
              </a:lnSpc>
              <a:spcBef>
                <a:spcPts val="0"/>
              </a:spcBef>
              <a:spcAft>
                <a:spcPts val="0"/>
              </a:spcAft>
              <a:buClr>
                <a:srgbClr val="17365D"/>
              </a:buClr>
              <a:buSzPts val="1800"/>
              <a:buFont typeface="Arial"/>
              <a:buNone/>
            </a:pPr>
            <a:r>
              <a:rPr b="1" i="0" lang="en-US" sz="1800" u="none" cap="none" strike="noStrike">
                <a:solidFill>
                  <a:schemeClr val="accent1"/>
                </a:solidFill>
                <a:latin typeface="Cambria"/>
                <a:ea typeface="Cambria"/>
                <a:cs typeface="Cambria"/>
                <a:sym typeface="Cambria"/>
              </a:rPr>
              <a:t>Name of the HoD: </a:t>
            </a:r>
            <a:r>
              <a:rPr b="1" i="0" lang="en-US" sz="1800" u="none" cap="none" strike="noStrike">
                <a:solidFill>
                  <a:srgbClr val="FF0000"/>
                </a:solidFill>
                <a:latin typeface="Cambria"/>
                <a:ea typeface="Cambria"/>
                <a:cs typeface="Cambria"/>
                <a:sym typeface="Cambria"/>
              </a:rPr>
              <a:t>Dr. Zafar Ali Khan 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accent1"/>
                </a:solidFill>
                <a:latin typeface="Cambria"/>
                <a:ea typeface="Cambria"/>
                <a:cs typeface="Cambria"/>
                <a:sym typeface="Cambria"/>
              </a:rPr>
              <a:t>Name of the Program Project Coordinator:</a:t>
            </a:r>
            <a:r>
              <a:rPr b="1" i="0" lang="en-US" sz="1800" u="none" cap="none" strike="noStrike">
                <a:solidFill>
                  <a:schemeClr val="accent1"/>
                </a:solidFill>
                <a:latin typeface="Cambria"/>
                <a:ea typeface="Cambria"/>
                <a:cs typeface="Cambria"/>
                <a:sym typeface="Cambria"/>
              </a:rPr>
              <a:t> </a:t>
            </a:r>
            <a:r>
              <a:rPr b="1" lang="en-US" sz="1800">
                <a:solidFill>
                  <a:srgbClr val="FF0000"/>
                </a:solidFill>
                <a:latin typeface="Cambria"/>
                <a:ea typeface="Cambria"/>
                <a:cs typeface="Cambria"/>
                <a:sym typeface="Cambria"/>
              </a:rPr>
              <a:t>Ms. Suma N 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accent1"/>
                </a:solidFill>
                <a:latin typeface="Cambria"/>
                <a:ea typeface="Cambria"/>
                <a:cs typeface="Cambria"/>
                <a:sym typeface="Cambria"/>
              </a:rPr>
              <a:t>Name of the School Project Coordinators: </a:t>
            </a:r>
            <a:r>
              <a:rPr b="1" i="0" lang="en-US" sz="1800" u="none" cap="none" strike="noStrike">
                <a:solidFill>
                  <a:schemeClr val="dk1"/>
                </a:solidFill>
                <a:latin typeface="Cambria"/>
                <a:ea typeface="Cambria"/>
                <a:cs typeface="Cambria"/>
                <a:sym typeface="Cambria"/>
              </a:rPr>
              <a:t>Dr. Sampath A K </a:t>
            </a:r>
            <a:endParaRPr b="1" i="0" sz="1800" u="none" cap="none" strike="noStrike">
              <a:solidFill>
                <a:schemeClr val="dk1"/>
              </a:solidFill>
              <a:latin typeface="Cambria"/>
              <a:ea typeface="Cambria"/>
              <a:cs typeface="Cambria"/>
              <a:sym typeface="Cambria"/>
            </a:endParaRPr>
          </a:p>
        </p:txBody>
      </p:sp>
      <p:graphicFrame>
        <p:nvGraphicFramePr>
          <p:cNvPr id="93" name="Google Shape;93;p13"/>
          <p:cNvGraphicFramePr/>
          <p:nvPr/>
        </p:nvGraphicFramePr>
        <p:xfrm>
          <a:off x="790450" y="3163375"/>
          <a:ext cx="3000000" cy="3000000"/>
        </p:xfrm>
        <a:graphic>
          <a:graphicData uri="http://schemas.openxmlformats.org/drawingml/2006/table">
            <a:tbl>
              <a:tblPr>
                <a:noFill/>
                <a:tableStyleId>{D6BEDAB3-1C70-4DDA-95EC-3E5DDF781F51}</a:tableStyleId>
              </a:tblPr>
              <a:tblGrid>
                <a:gridCol w="2590800"/>
                <a:gridCol w="2590800"/>
              </a:tblGrid>
              <a:tr h="38100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latin typeface="Cambria"/>
                          <a:ea typeface="Cambria"/>
                          <a:cs typeface="Cambria"/>
                          <a:sym typeface="Cambria"/>
                        </a:rPr>
                        <a:t>20221CAI0042</a:t>
                      </a:r>
                      <a:endParaRPr b="1" sz="1400" u="none" cap="none" strike="noStrike">
                        <a:latin typeface="Cambria"/>
                        <a:ea typeface="Cambria"/>
                        <a:cs typeface="Cambria"/>
                        <a:sym typeface="Cambria"/>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latin typeface="Cambria"/>
                          <a:ea typeface="Cambria"/>
                          <a:cs typeface="Cambria"/>
                          <a:sym typeface="Cambria"/>
                        </a:rPr>
                        <a:t>ASHWIN R</a:t>
                      </a:r>
                      <a:endParaRPr b="1" sz="1400" u="none" cap="none" strike="noStrike">
                        <a:latin typeface="Cambria"/>
                        <a:ea typeface="Cambria"/>
                        <a:cs typeface="Cambria"/>
                        <a:sym typeface="Cambria"/>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solidFill>
                            <a:schemeClr val="dk1"/>
                          </a:solidFill>
                          <a:latin typeface="Cambria"/>
                          <a:ea typeface="Cambria"/>
                          <a:cs typeface="Cambria"/>
                          <a:sym typeface="Cambria"/>
                        </a:rPr>
                        <a:t>20221CAI0026</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latin typeface="Cambria"/>
                          <a:ea typeface="Cambria"/>
                          <a:cs typeface="Cambria"/>
                          <a:sym typeface="Cambria"/>
                        </a:rPr>
                        <a:t>SACHIN S</a:t>
                      </a:r>
                      <a:endParaRPr b="1" sz="1400" u="none" cap="none" strike="noStrike">
                        <a:latin typeface="Cambria"/>
                        <a:ea typeface="Cambria"/>
                        <a:cs typeface="Cambria"/>
                        <a:sym typeface="Cambria"/>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solidFill>
                            <a:schemeClr val="dk1"/>
                          </a:solidFill>
                          <a:latin typeface="Cambria"/>
                          <a:ea typeface="Cambria"/>
                          <a:cs typeface="Cambria"/>
                          <a:sym typeface="Cambria"/>
                        </a:rPr>
                        <a:t>20221CAI0017</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latin typeface="Cambria"/>
                          <a:ea typeface="Cambria"/>
                          <a:cs typeface="Cambria"/>
                          <a:sym typeface="Cambria"/>
                        </a:rPr>
                        <a:t>HARSHIT B</a:t>
                      </a:r>
                      <a:endParaRPr b="1" sz="1400" u="none" cap="none" strike="noStrike">
                        <a:latin typeface="Cambria"/>
                        <a:ea typeface="Cambria"/>
                        <a:cs typeface="Cambria"/>
                        <a:sym typeface="Cambria"/>
                      </a:endParaRPr>
                    </a:p>
                  </a:txBody>
                  <a:tcPr marT="91425" marB="91425" marR="91425" marL="91425"/>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4"/>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Problem Statement Number: SIH25004</a:t>
            </a:r>
            <a:endParaRPr>
              <a:latin typeface="Cambria"/>
              <a:ea typeface="Cambria"/>
              <a:cs typeface="Cambria"/>
              <a:sym typeface="Cambria"/>
            </a:endParaRPr>
          </a:p>
        </p:txBody>
      </p:sp>
      <p:sp>
        <p:nvSpPr>
          <p:cNvPr id="99" name="Google Shape;99;p14"/>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Autofit/>
          </a:bodyPr>
          <a:lstStyle/>
          <a:p>
            <a:pPr indent="-190500" lvl="0" marL="342900" rtl="0" algn="just">
              <a:lnSpc>
                <a:spcPct val="80000"/>
              </a:lnSpc>
              <a:spcBef>
                <a:spcPts val="0"/>
              </a:spcBef>
              <a:spcAft>
                <a:spcPts val="0"/>
              </a:spcAft>
              <a:buSzPts val="1680"/>
              <a:buNone/>
            </a:pPr>
            <a:r>
              <a:rPr b="1" lang="en-US" sz="1800">
                <a:latin typeface="Arial"/>
                <a:ea typeface="Arial"/>
                <a:cs typeface="Arial"/>
                <a:sym typeface="Arial"/>
              </a:rPr>
              <a:t>Organization:</a:t>
            </a:r>
            <a:r>
              <a:rPr lang="en-US" sz="1800">
                <a:latin typeface="Arial"/>
                <a:ea typeface="Arial"/>
                <a:cs typeface="Arial"/>
                <a:sym typeface="Arial"/>
              </a:rPr>
              <a:t> “</a:t>
            </a:r>
            <a:r>
              <a:rPr lang="en-US" sz="1800">
                <a:latin typeface="Arial"/>
                <a:ea typeface="Arial"/>
                <a:cs typeface="Arial"/>
                <a:sym typeface="Arial"/>
              </a:rPr>
              <a:t>Department of Animal Husbandry &amp; Dairying, Government of India</a:t>
            </a:r>
            <a:r>
              <a:rPr lang="en-US" sz="1800">
                <a:latin typeface="Arial"/>
                <a:ea typeface="Arial"/>
                <a:cs typeface="Arial"/>
                <a:sym typeface="Arial"/>
              </a:rPr>
              <a:t>”</a:t>
            </a:r>
            <a:endParaRPr sz="1800">
              <a:latin typeface="Arial"/>
              <a:ea typeface="Arial"/>
              <a:cs typeface="Arial"/>
              <a:sym typeface="Arial"/>
            </a:endParaRPr>
          </a:p>
          <a:p>
            <a:pPr indent="-190500" lvl="0" marL="342900" rtl="0" algn="just">
              <a:lnSpc>
                <a:spcPct val="80000"/>
              </a:lnSpc>
              <a:spcBef>
                <a:spcPts val="0"/>
              </a:spcBef>
              <a:spcAft>
                <a:spcPts val="0"/>
              </a:spcAft>
              <a:buSzPts val="1680"/>
              <a:buNone/>
            </a:pPr>
            <a:r>
              <a:t/>
            </a:r>
            <a:endParaRPr b="1" sz="1800">
              <a:latin typeface="Arial"/>
              <a:ea typeface="Arial"/>
              <a:cs typeface="Arial"/>
              <a:sym typeface="Arial"/>
            </a:endParaRPr>
          </a:p>
          <a:p>
            <a:pPr indent="-190500" lvl="0" marL="342900" rtl="0" algn="just">
              <a:lnSpc>
                <a:spcPct val="180000"/>
              </a:lnSpc>
              <a:spcBef>
                <a:spcPts val="0"/>
              </a:spcBef>
              <a:spcAft>
                <a:spcPts val="0"/>
              </a:spcAft>
              <a:buSzPts val="1680"/>
              <a:buNone/>
            </a:pPr>
            <a:r>
              <a:rPr b="1" lang="en-US" sz="1800">
                <a:latin typeface="Arial"/>
                <a:ea typeface="Arial"/>
                <a:cs typeface="Arial"/>
                <a:sym typeface="Arial"/>
              </a:rPr>
              <a:t>Category (Hardware / Software / Both) :</a:t>
            </a:r>
            <a:r>
              <a:rPr lang="en-US" sz="1800">
                <a:latin typeface="Arial"/>
                <a:ea typeface="Arial"/>
                <a:cs typeface="Arial"/>
                <a:sym typeface="Arial"/>
              </a:rPr>
              <a:t> “Software”</a:t>
            </a:r>
            <a:endParaRPr sz="1800">
              <a:latin typeface="Arial"/>
              <a:ea typeface="Arial"/>
              <a:cs typeface="Arial"/>
              <a:sym typeface="Arial"/>
            </a:endParaRPr>
          </a:p>
          <a:p>
            <a:pPr indent="-190500" lvl="0" marL="342900" rtl="0" algn="just">
              <a:lnSpc>
                <a:spcPct val="180000"/>
              </a:lnSpc>
              <a:spcBef>
                <a:spcPts val="0"/>
              </a:spcBef>
              <a:spcAft>
                <a:spcPts val="0"/>
              </a:spcAft>
              <a:buSzPts val="1680"/>
              <a:buNone/>
            </a:pPr>
            <a:r>
              <a:rPr b="1" lang="en-US" sz="1800">
                <a:latin typeface="Arial"/>
                <a:ea typeface="Arial"/>
                <a:cs typeface="Arial"/>
                <a:sym typeface="Arial"/>
              </a:rPr>
              <a:t>Problem Description:</a:t>
            </a:r>
            <a:r>
              <a:rPr lang="en-US" sz="1800">
                <a:latin typeface="Arial"/>
                <a:ea typeface="Arial"/>
                <a:cs typeface="Arial"/>
                <a:sym typeface="Arial"/>
              </a:rPr>
              <a:t> “</a:t>
            </a:r>
            <a:r>
              <a:rPr lang="en-US" sz="1800">
                <a:latin typeface="Arial"/>
                <a:ea typeface="Arial"/>
                <a:cs typeface="Arial"/>
                <a:sym typeface="Arial"/>
              </a:rPr>
              <a:t>Accurate identification of livestock breeds and assessment of physical traits are essential for effective livestock management, breeding programs, and maintaining national animal databases. Currently, this process is largely manual, relying on visual inspection by experts, which is time-consuming, subjective, and difficult to scale. The problem statement focuses on developing a software-based intelligent system that can automatically identify livestock breeds and analyze physical traits from images using modern artificial intelligence techniques.</a:t>
            </a:r>
            <a:r>
              <a:rPr lang="en-US" sz="1800">
                <a:latin typeface="Arial"/>
                <a:ea typeface="Arial"/>
                <a:cs typeface="Arial"/>
                <a:sym typeface="Arial"/>
              </a:rPr>
              <a:t>”</a:t>
            </a:r>
            <a:endParaRPr sz="1800">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5"/>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Abstract</a:t>
            </a:r>
            <a:endParaRPr>
              <a:latin typeface="Cambria"/>
              <a:ea typeface="Cambria"/>
              <a:cs typeface="Cambria"/>
              <a:sym typeface="Cambria"/>
            </a:endParaRPr>
          </a:p>
        </p:txBody>
      </p:sp>
      <p:sp>
        <p:nvSpPr>
          <p:cNvPr id="105" name="Google Shape;105;p15"/>
          <p:cNvSpPr txBox="1"/>
          <p:nvPr>
            <p:ph idx="1" type="body"/>
          </p:nvPr>
        </p:nvSpPr>
        <p:spPr>
          <a:xfrm>
            <a:off x="574350" y="1091025"/>
            <a:ext cx="10855800" cy="4903800"/>
          </a:xfrm>
          <a:prstGeom prst="rect">
            <a:avLst/>
          </a:prstGeom>
          <a:noFill/>
          <a:ln>
            <a:noFill/>
          </a:ln>
        </p:spPr>
        <p:txBody>
          <a:bodyPr anchorCtr="0" anchor="t" bIns="45700" lIns="91425" spcFirstLastPara="1" rIns="91425" wrap="square" tIns="45700">
            <a:noAutofit/>
          </a:bodyPr>
          <a:lstStyle/>
          <a:p>
            <a:pPr indent="0" lvl="0" marL="304800" rtl="0" algn="just">
              <a:lnSpc>
                <a:spcPct val="180000"/>
              </a:lnSpc>
              <a:spcBef>
                <a:spcPts val="0"/>
              </a:spcBef>
              <a:spcAft>
                <a:spcPts val="0"/>
              </a:spcAft>
              <a:buClr>
                <a:schemeClr val="dk1"/>
              </a:buClr>
              <a:buSzPts val="1629"/>
              <a:buFont typeface="Noto Sans Symbols"/>
              <a:buNone/>
            </a:pPr>
            <a:r>
              <a:rPr lang="en-US" sz="1840">
                <a:latin typeface="Arial"/>
                <a:ea typeface="Arial"/>
                <a:cs typeface="Arial"/>
                <a:sym typeface="Arial"/>
              </a:rPr>
              <a:t>Accurate livestock breed identification and physical trait assessment are essential for effective breeding management and productivity optimization in precision livestock farming. Conventional approaches rely on manual observation and physical measurements, which are time-consuming, labor-intensive, and prone to inconsistency. This project proposes a deep learning-based computer vision system for automated livestock breed classification and physical trait estimation using image data. The system leverages transfer learning with convolutional neural networks to extract robust visual features from cattle images. A multi-task learning framework is employed to simultaneously perform breed classification and regression-based estimation of physical traits such as body weight, height, and body length. </a:t>
            </a:r>
            <a:endParaRPr sz="1840">
              <a:latin typeface="Arial"/>
              <a:ea typeface="Arial"/>
              <a:cs typeface="Arial"/>
              <a:sym typeface="Arial"/>
            </a:endParaRPr>
          </a:p>
          <a:p>
            <a:pPr indent="-190500" lvl="0" marL="495300" rtl="0" algn="just">
              <a:lnSpc>
                <a:spcPct val="180000"/>
              </a:lnSpc>
              <a:spcBef>
                <a:spcPts val="0"/>
              </a:spcBef>
              <a:spcAft>
                <a:spcPts val="0"/>
              </a:spcAft>
              <a:buClr>
                <a:schemeClr val="dk1"/>
              </a:buClr>
              <a:buSzPts val="1629"/>
              <a:buFont typeface="Noto Sans Symbols"/>
              <a:buNone/>
            </a:pPr>
            <a:r>
              <a:t/>
            </a:r>
            <a:endParaRPr sz="1840">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6"/>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Abstract</a:t>
            </a:r>
            <a:endParaRPr>
              <a:latin typeface="Cambria"/>
              <a:ea typeface="Cambria"/>
              <a:cs typeface="Cambria"/>
              <a:sym typeface="Cambria"/>
            </a:endParaRPr>
          </a:p>
        </p:txBody>
      </p:sp>
      <p:sp>
        <p:nvSpPr>
          <p:cNvPr id="111" name="Google Shape;111;p16"/>
          <p:cNvSpPr txBox="1"/>
          <p:nvPr>
            <p:ph idx="1" type="body"/>
          </p:nvPr>
        </p:nvSpPr>
        <p:spPr>
          <a:xfrm>
            <a:off x="574350" y="1091025"/>
            <a:ext cx="10855800" cy="4903800"/>
          </a:xfrm>
          <a:prstGeom prst="rect">
            <a:avLst/>
          </a:prstGeom>
          <a:noFill/>
          <a:ln>
            <a:noFill/>
          </a:ln>
        </p:spPr>
        <p:txBody>
          <a:bodyPr anchorCtr="0" anchor="t" bIns="45700" lIns="91425" spcFirstLastPara="1" rIns="91425" wrap="square" tIns="45700">
            <a:noAutofit/>
          </a:bodyPr>
          <a:lstStyle/>
          <a:p>
            <a:pPr indent="0" lvl="0" marL="304800" rtl="0" algn="just">
              <a:lnSpc>
                <a:spcPct val="180000"/>
              </a:lnSpc>
              <a:spcBef>
                <a:spcPts val="0"/>
              </a:spcBef>
              <a:spcAft>
                <a:spcPts val="0"/>
              </a:spcAft>
              <a:buClr>
                <a:schemeClr val="dk1"/>
              </a:buClr>
              <a:buSzPts val="1629"/>
              <a:buFont typeface="Noto Sans Symbols"/>
              <a:buNone/>
            </a:pPr>
            <a:r>
              <a:rPr lang="en-US" sz="1840">
                <a:latin typeface="Arial"/>
                <a:ea typeface="Arial"/>
                <a:cs typeface="Arial"/>
                <a:sym typeface="Arial"/>
              </a:rPr>
              <a:t>The proposed model is trained and evaluated on annotated livestock image datasets using standard classification and regression metrics. By enabling non-contact, scalable, and efficient analysis, the system aims to support data-driven decision-making in livestock management and promote the adoption of intelligent technologies in modern agricultural practices.</a:t>
            </a:r>
            <a:endParaRPr sz="1840">
              <a:latin typeface="Arial"/>
              <a:ea typeface="Arial"/>
              <a:cs typeface="Arial"/>
              <a:sym typeface="Arial"/>
            </a:endParaRPr>
          </a:p>
          <a:p>
            <a:pPr indent="-190500" lvl="0" marL="495300" rtl="0" algn="just">
              <a:lnSpc>
                <a:spcPct val="180000"/>
              </a:lnSpc>
              <a:spcBef>
                <a:spcPts val="0"/>
              </a:spcBef>
              <a:spcAft>
                <a:spcPts val="0"/>
              </a:spcAft>
              <a:buClr>
                <a:schemeClr val="dk1"/>
              </a:buClr>
              <a:buSzPts val="1629"/>
              <a:buFont typeface="Noto Sans Symbols"/>
              <a:buNone/>
            </a:pPr>
            <a:r>
              <a:t/>
            </a:r>
            <a:endParaRPr sz="1840">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7"/>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Architecture Diagram</a:t>
            </a:r>
            <a:endParaRPr>
              <a:latin typeface="Cambria"/>
              <a:ea typeface="Cambria"/>
              <a:cs typeface="Cambria"/>
              <a:sym typeface="Cambria"/>
            </a:endParaRPr>
          </a:p>
        </p:txBody>
      </p:sp>
      <p:pic>
        <p:nvPicPr>
          <p:cNvPr id="117" name="Google Shape;117;p17" title="WhatsApp Image 2026-04-23 at 17.31.40.jpeg"/>
          <p:cNvPicPr preferRelativeResize="0"/>
          <p:nvPr/>
        </p:nvPicPr>
        <p:blipFill rotWithShape="1">
          <a:blip r:embed="rId3">
            <a:alphaModFix/>
          </a:blip>
          <a:srcRect b="18785" l="0" r="0" t="0"/>
          <a:stretch/>
        </p:blipFill>
        <p:spPr>
          <a:xfrm>
            <a:off x="1331875" y="1145573"/>
            <a:ext cx="8686598" cy="470317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8"/>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Algorithm Details - Multi-Task Model Training</a:t>
            </a:r>
            <a:endParaRPr>
              <a:latin typeface="Cambria"/>
              <a:ea typeface="Cambria"/>
              <a:cs typeface="Cambria"/>
              <a:sym typeface="Cambria"/>
            </a:endParaRPr>
          </a:p>
        </p:txBody>
      </p:sp>
      <p:sp>
        <p:nvSpPr>
          <p:cNvPr id="123" name="Google Shape;123;p18"/>
          <p:cNvSpPr txBox="1"/>
          <p:nvPr/>
        </p:nvSpPr>
        <p:spPr>
          <a:xfrm>
            <a:off x="868050" y="1207450"/>
            <a:ext cx="10668000" cy="4816800"/>
          </a:xfrm>
          <a:prstGeom prst="rect">
            <a:avLst/>
          </a:prstGeom>
          <a:noFill/>
          <a:ln>
            <a:noFill/>
          </a:ln>
        </p:spPr>
        <p:txBody>
          <a:bodyPr anchorCtr="0" anchor="t" bIns="91425" lIns="91425" spcFirstLastPara="1" rIns="91425" wrap="square" tIns="91425">
            <a:noAutofit/>
          </a:bodyPr>
          <a:lstStyle/>
          <a:p>
            <a:pPr indent="0" lvl="0" marL="0" rtl="0" algn="l">
              <a:lnSpc>
                <a:spcPct val="180000"/>
              </a:lnSpc>
              <a:spcBef>
                <a:spcPts val="0"/>
              </a:spcBef>
              <a:spcAft>
                <a:spcPts val="0"/>
              </a:spcAft>
              <a:buNone/>
            </a:pPr>
            <a:r>
              <a:rPr b="1" lang="en-US" sz="1800">
                <a:solidFill>
                  <a:schemeClr val="dk1"/>
                </a:solidFill>
              </a:rPr>
              <a:t>Input: </a:t>
            </a:r>
            <a:r>
              <a:rPr lang="en-US" sz="1800">
                <a:solidFill>
                  <a:schemeClr val="dk1"/>
                </a:solidFill>
              </a:rPr>
              <a:t>Image I</a:t>
            </a:r>
            <a:endParaRPr sz="1800">
              <a:solidFill>
                <a:schemeClr val="dk1"/>
              </a:solidFill>
            </a:endParaRPr>
          </a:p>
          <a:p>
            <a:pPr indent="0" lvl="0" marL="0" rtl="0" algn="l">
              <a:lnSpc>
                <a:spcPct val="180000"/>
              </a:lnSpc>
              <a:spcBef>
                <a:spcPts val="0"/>
              </a:spcBef>
              <a:spcAft>
                <a:spcPts val="0"/>
              </a:spcAft>
              <a:buNone/>
            </a:pPr>
            <a:r>
              <a:rPr b="1" lang="en-US" sz="1800">
                <a:solidFill>
                  <a:schemeClr val="dk1"/>
                </a:solidFill>
              </a:rPr>
              <a:t>Output: </a:t>
            </a:r>
            <a:r>
              <a:rPr lang="en-US" sz="1800">
                <a:solidFill>
                  <a:schemeClr val="dk1"/>
                </a:solidFill>
              </a:rPr>
              <a:t>Breed C, Weight W</a:t>
            </a:r>
            <a:endParaRPr sz="1800">
              <a:solidFill>
                <a:schemeClr val="dk1"/>
              </a:solidFill>
            </a:endParaRPr>
          </a:p>
          <a:p>
            <a:pPr indent="0" lvl="0" marL="0" rtl="0" algn="l">
              <a:lnSpc>
                <a:spcPct val="180000"/>
              </a:lnSpc>
              <a:spcBef>
                <a:spcPts val="0"/>
              </a:spcBef>
              <a:spcAft>
                <a:spcPts val="0"/>
              </a:spcAft>
              <a:buNone/>
            </a:pPr>
            <a:r>
              <a:rPr b="1" lang="en-US" sz="1800">
                <a:solidFill>
                  <a:schemeClr val="dk1"/>
                </a:solidFill>
              </a:rPr>
              <a:t>Pseudocode : </a:t>
            </a:r>
            <a:endParaRPr b="1" sz="1800">
              <a:solidFill>
                <a:schemeClr val="dk1"/>
              </a:solidFill>
            </a:endParaRPr>
          </a:p>
          <a:p>
            <a:pPr indent="0" lvl="0" marL="0" rtl="0" algn="l">
              <a:lnSpc>
                <a:spcPct val="180000"/>
              </a:lnSpc>
              <a:spcBef>
                <a:spcPts val="0"/>
              </a:spcBef>
              <a:spcAft>
                <a:spcPts val="0"/>
              </a:spcAft>
              <a:buNone/>
            </a:pPr>
            <a:r>
              <a:rPr lang="en-US" sz="1800">
                <a:solidFill>
                  <a:schemeClr val="dk1"/>
                </a:solidFill>
              </a:rPr>
              <a:t>Algorithm Cattle_Analysis_System</a:t>
            </a:r>
            <a:endParaRPr sz="1800">
              <a:solidFill>
                <a:schemeClr val="dk1"/>
              </a:solidFill>
            </a:endParaRPr>
          </a:p>
          <a:p>
            <a:pPr indent="0" lvl="0" marL="0" rtl="0" algn="l">
              <a:lnSpc>
                <a:spcPct val="180000"/>
              </a:lnSpc>
              <a:spcBef>
                <a:spcPts val="0"/>
              </a:spcBef>
              <a:spcAft>
                <a:spcPts val="0"/>
              </a:spcAft>
              <a:buNone/>
            </a:pPr>
            <a:r>
              <a:rPr b="1" lang="en-US" sz="1800">
                <a:solidFill>
                  <a:schemeClr val="dk1"/>
                </a:solidFill>
              </a:rPr>
              <a:t>Input:</a:t>
            </a:r>
            <a:endParaRPr b="1" sz="1800">
              <a:solidFill>
                <a:schemeClr val="dk1"/>
              </a:solidFill>
            </a:endParaRPr>
          </a:p>
          <a:p>
            <a:pPr indent="0" lvl="0" marL="0" rtl="0" algn="l">
              <a:lnSpc>
                <a:spcPct val="180000"/>
              </a:lnSpc>
              <a:spcBef>
                <a:spcPts val="0"/>
              </a:spcBef>
              <a:spcAft>
                <a:spcPts val="0"/>
              </a:spcAft>
              <a:buNone/>
            </a:pPr>
            <a:r>
              <a:rPr lang="en-US" sz="1800">
                <a:solidFill>
                  <a:schemeClr val="dk1"/>
                </a:solidFill>
              </a:rPr>
              <a:t>    Image I</a:t>
            </a:r>
            <a:endParaRPr sz="1800">
              <a:solidFill>
                <a:schemeClr val="dk1"/>
              </a:solidFill>
            </a:endParaRPr>
          </a:p>
          <a:p>
            <a:pPr indent="0" lvl="0" marL="0" rtl="0" algn="l">
              <a:lnSpc>
                <a:spcPct val="180000"/>
              </a:lnSpc>
              <a:spcBef>
                <a:spcPts val="0"/>
              </a:spcBef>
              <a:spcAft>
                <a:spcPts val="0"/>
              </a:spcAft>
              <a:buNone/>
            </a:pPr>
            <a:r>
              <a:rPr lang="en-US" sz="1800">
                <a:solidFill>
                  <a:schemeClr val="dk1"/>
                </a:solidFill>
              </a:rPr>
              <a:t>    Detection model D</a:t>
            </a:r>
            <a:endParaRPr sz="1800">
              <a:solidFill>
                <a:schemeClr val="dk1"/>
              </a:solidFill>
            </a:endParaRPr>
          </a:p>
          <a:p>
            <a:pPr indent="0" lvl="0" marL="0" rtl="0" algn="l">
              <a:lnSpc>
                <a:spcPct val="180000"/>
              </a:lnSpc>
              <a:spcBef>
                <a:spcPts val="0"/>
              </a:spcBef>
              <a:spcAft>
                <a:spcPts val="0"/>
              </a:spcAft>
              <a:buNone/>
            </a:pPr>
            <a:r>
              <a:rPr lang="en-US" sz="1800">
                <a:solidFill>
                  <a:schemeClr val="dk1"/>
                </a:solidFill>
              </a:rPr>
              <a:t>    Segmentation model S</a:t>
            </a:r>
            <a:endParaRPr sz="1800">
              <a:solidFill>
                <a:schemeClr val="dk1"/>
              </a:solidFill>
            </a:endParaRPr>
          </a:p>
          <a:p>
            <a:pPr indent="0" lvl="0" marL="0" rtl="0" algn="l">
              <a:lnSpc>
                <a:spcPct val="180000"/>
              </a:lnSpc>
              <a:spcBef>
                <a:spcPts val="0"/>
              </a:spcBef>
              <a:spcAft>
                <a:spcPts val="0"/>
              </a:spcAft>
              <a:buNone/>
            </a:pPr>
            <a:r>
              <a:rPr lang="en-US" sz="1800">
                <a:solidFill>
                  <a:schemeClr val="dk1"/>
                </a:solidFill>
              </a:rPr>
              <a:t>    Classification model C_model</a:t>
            </a:r>
            <a:endParaRPr sz="1800">
              <a:solidFill>
                <a:schemeClr val="dk1"/>
              </a:solidFill>
            </a:endParaRPr>
          </a:p>
          <a:p>
            <a:pPr indent="0" lvl="0" marL="0" rtl="0" algn="l">
              <a:lnSpc>
                <a:spcPct val="180000"/>
              </a:lnSpc>
              <a:spcBef>
                <a:spcPts val="0"/>
              </a:spcBef>
              <a:spcAft>
                <a:spcPts val="0"/>
              </a:spcAft>
              <a:buNone/>
            </a:pPr>
            <a:r>
              <a:rPr lang="en-US" sz="1800">
                <a:solidFill>
                  <a:schemeClr val="dk1"/>
                </a:solidFill>
              </a:rPr>
              <a:t>    Regression model R_model</a:t>
            </a:r>
            <a:endParaRPr sz="1800">
              <a:solidFill>
                <a:schemeClr val="dk1"/>
              </a:solidFill>
            </a:endParaRPr>
          </a:p>
          <a:p>
            <a:pPr indent="0" lvl="0" marL="0" rtl="0" algn="l">
              <a:lnSpc>
                <a:spcPct val="180000"/>
              </a:lnSpc>
              <a:spcBef>
                <a:spcPts val="0"/>
              </a:spcBef>
              <a:spcAft>
                <a:spcPts val="0"/>
              </a:spcAft>
              <a:buNone/>
            </a:pPr>
            <a:r>
              <a:t/>
            </a:r>
            <a:endParaRPr sz="18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9"/>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7365D"/>
              </a:buClr>
              <a:buSzPts val="2800"/>
              <a:buFont typeface="Verdana"/>
              <a:buNone/>
            </a:pPr>
            <a:r>
              <a:rPr lang="en-US">
                <a:latin typeface="Cambria"/>
                <a:ea typeface="Cambria"/>
                <a:cs typeface="Cambria"/>
                <a:sym typeface="Cambria"/>
              </a:rPr>
              <a:t>Algorithm Details - Multi-Task Model Training</a:t>
            </a:r>
            <a:endParaRPr>
              <a:latin typeface="Cambria"/>
              <a:ea typeface="Cambria"/>
              <a:cs typeface="Cambria"/>
              <a:sym typeface="Cambria"/>
            </a:endParaRPr>
          </a:p>
        </p:txBody>
      </p:sp>
      <p:sp>
        <p:nvSpPr>
          <p:cNvPr id="129" name="Google Shape;129;p19"/>
          <p:cNvSpPr txBox="1"/>
          <p:nvPr/>
        </p:nvSpPr>
        <p:spPr>
          <a:xfrm>
            <a:off x="868050" y="1207450"/>
            <a:ext cx="10668000" cy="4816800"/>
          </a:xfrm>
          <a:prstGeom prst="rect">
            <a:avLst/>
          </a:prstGeom>
          <a:noFill/>
          <a:ln>
            <a:noFill/>
          </a:ln>
        </p:spPr>
        <p:txBody>
          <a:bodyPr anchorCtr="0" anchor="t" bIns="91425" lIns="91425" spcFirstLastPara="1" rIns="91425" wrap="square" tIns="91425">
            <a:noAutofit/>
          </a:bodyPr>
          <a:lstStyle/>
          <a:p>
            <a:pPr indent="0" lvl="0" marL="0" rtl="0" algn="l">
              <a:lnSpc>
                <a:spcPct val="180000"/>
              </a:lnSpc>
              <a:spcBef>
                <a:spcPts val="0"/>
              </a:spcBef>
              <a:spcAft>
                <a:spcPts val="0"/>
              </a:spcAft>
              <a:buNone/>
            </a:pPr>
            <a:r>
              <a:rPr b="1" lang="en-US" sz="1800">
                <a:solidFill>
                  <a:schemeClr val="dk1"/>
                </a:solidFill>
              </a:rPr>
              <a:t>Output:</a:t>
            </a:r>
            <a:endParaRPr b="1" sz="1800">
              <a:solidFill>
                <a:schemeClr val="dk1"/>
              </a:solidFill>
            </a:endParaRPr>
          </a:p>
          <a:p>
            <a:pPr indent="0" lvl="0" marL="0" rtl="0" algn="l">
              <a:lnSpc>
                <a:spcPct val="180000"/>
              </a:lnSpc>
              <a:spcBef>
                <a:spcPts val="0"/>
              </a:spcBef>
              <a:spcAft>
                <a:spcPts val="0"/>
              </a:spcAft>
              <a:buNone/>
            </a:pPr>
            <a:r>
              <a:rPr lang="en-US" sz="1800">
                <a:solidFill>
                  <a:schemeClr val="dk1"/>
                </a:solidFill>
              </a:rPr>
              <a:t>    Breed C</a:t>
            </a:r>
            <a:endParaRPr sz="1800">
              <a:solidFill>
                <a:schemeClr val="dk1"/>
              </a:solidFill>
            </a:endParaRPr>
          </a:p>
          <a:p>
            <a:pPr indent="0" lvl="0" marL="0" rtl="0" algn="l">
              <a:lnSpc>
                <a:spcPct val="180000"/>
              </a:lnSpc>
              <a:spcBef>
                <a:spcPts val="0"/>
              </a:spcBef>
              <a:spcAft>
                <a:spcPts val="0"/>
              </a:spcAft>
              <a:buNone/>
            </a:pPr>
            <a:r>
              <a:rPr lang="en-US" sz="1800">
                <a:solidFill>
                  <a:schemeClr val="dk1"/>
                </a:solidFill>
              </a:rPr>
              <a:t>    Weight W</a:t>
            </a:r>
            <a:endParaRPr sz="1800">
              <a:solidFill>
                <a:schemeClr val="dk1"/>
              </a:solidFill>
            </a:endParaRPr>
          </a:p>
          <a:p>
            <a:pPr indent="0" lvl="0" marL="0" rtl="0" algn="l">
              <a:lnSpc>
                <a:spcPct val="180000"/>
              </a:lnSpc>
              <a:spcBef>
                <a:spcPts val="0"/>
              </a:spcBef>
              <a:spcAft>
                <a:spcPts val="0"/>
              </a:spcAft>
              <a:buNone/>
            </a:pPr>
            <a:r>
              <a:rPr b="1" lang="en-US" sz="1800">
                <a:solidFill>
                  <a:schemeClr val="dk1"/>
                </a:solidFill>
              </a:rPr>
              <a:t>Steps:</a:t>
            </a:r>
            <a:endParaRPr b="1" sz="1800">
              <a:solidFill>
                <a:schemeClr val="dk1"/>
              </a:solidFill>
            </a:endParaRPr>
          </a:p>
          <a:p>
            <a:pPr indent="0" lvl="0" marL="0" rtl="0" algn="l">
              <a:lnSpc>
                <a:spcPct val="180000"/>
              </a:lnSpc>
              <a:spcBef>
                <a:spcPts val="0"/>
              </a:spcBef>
              <a:spcAft>
                <a:spcPts val="0"/>
              </a:spcAft>
              <a:buNone/>
            </a:pPr>
            <a:r>
              <a:rPr lang="en-US" sz="1800">
                <a:solidFill>
                  <a:schemeClr val="dk1"/>
                </a:solidFill>
              </a:rPr>
              <a:t>1. Detect cattle bounding box using model D</a:t>
            </a:r>
            <a:endParaRPr sz="1800">
              <a:solidFill>
                <a:schemeClr val="dk1"/>
              </a:solidFill>
            </a:endParaRPr>
          </a:p>
          <a:p>
            <a:pPr indent="0" lvl="0" marL="0" rtl="0" algn="l">
              <a:lnSpc>
                <a:spcPct val="180000"/>
              </a:lnSpc>
              <a:spcBef>
                <a:spcPts val="0"/>
              </a:spcBef>
              <a:spcAft>
                <a:spcPts val="0"/>
              </a:spcAft>
              <a:buNone/>
            </a:pPr>
            <a:r>
              <a:rPr lang="en-US" sz="1800">
                <a:solidFill>
                  <a:schemeClr val="dk1"/>
                </a:solidFill>
              </a:rPr>
              <a:t>2. Crop cattle region from image</a:t>
            </a:r>
            <a:endParaRPr sz="1800">
              <a:solidFill>
                <a:schemeClr val="dk1"/>
              </a:solidFill>
            </a:endParaRPr>
          </a:p>
          <a:p>
            <a:pPr indent="0" lvl="0" marL="0" rtl="0" algn="l">
              <a:lnSpc>
                <a:spcPct val="180000"/>
              </a:lnSpc>
              <a:spcBef>
                <a:spcPts val="0"/>
              </a:spcBef>
              <a:spcAft>
                <a:spcPts val="0"/>
              </a:spcAft>
              <a:buNone/>
            </a:pPr>
            <a:r>
              <a:rPr lang="en-US" sz="1800">
                <a:solidFill>
                  <a:schemeClr val="dk1"/>
                </a:solidFill>
              </a:rPr>
              <a:t>3. Apply segmentation model S and  binary body mask</a:t>
            </a:r>
            <a:endParaRPr sz="1800">
              <a:solidFill>
                <a:schemeClr val="dk1"/>
              </a:solidFill>
            </a:endParaRPr>
          </a:p>
          <a:p>
            <a:pPr indent="0" lvl="0" marL="0" rtl="0" algn="l">
              <a:lnSpc>
                <a:spcPct val="180000"/>
              </a:lnSpc>
              <a:spcBef>
                <a:spcPts val="0"/>
              </a:spcBef>
              <a:spcAft>
                <a:spcPts val="0"/>
              </a:spcAft>
              <a:buNone/>
            </a:pPr>
            <a:r>
              <a:t/>
            </a:r>
            <a:endParaRPr sz="18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0"/>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17365D"/>
              </a:buClr>
              <a:buSzPts val="2800"/>
              <a:buFont typeface="Verdana"/>
              <a:buNone/>
            </a:pPr>
            <a:r>
              <a:rPr lang="en-US">
                <a:latin typeface="Cambria"/>
                <a:ea typeface="Cambria"/>
                <a:cs typeface="Cambria"/>
                <a:sym typeface="Cambria"/>
              </a:rPr>
              <a:t>Algorithm Details - Multi-Task Model Training</a:t>
            </a:r>
            <a:endParaRPr>
              <a:latin typeface="Cambria"/>
              <a:ea typeface="Cambria"/>
              <a:cs typeface="Cambria"/>
              <a:sym typeface="Cambria"/>
            </a:endParaRPr>
          </a:p>
        </p:txBody>
      </p:sp>
      <p:sp>
        <p:nvSpPr>
          <p:cNvPr id="135" name="Google Shape;135;p20"/>
          <p:cNvSpPr txBox="1"/>
          <p:nvPr/>
        </p:nvSpPr>
        <p:spPr>
          <a:xfrm>
            <a:off x="868050" y="1207450"/>
            <a:ext cx="10668000" cy="4816800"/>
          </a:xfrm>
          <a:prstGeom prst="rect">
            <a:avLst/>
          </a:prstGeom>
          <a:noFill/>
          <a:ln>
            <a:noFill/>
          </a:ln>
        </p:spPr>
        <p:txBody>
          <a:bodyPr anchorCtr="0" anchor="t" bIns="91425" lIns="91425" spcFirstLastPara="1" rIns="91425" wrap="square" tIns="91425">
            <a:noAutofit/>
          </a:bodyPr>
          <a:lstStyle/>
          <a:p>
            <a:pPr indent="0" lvl="0" marL="0" rtl="0" algn="l">
              <a:lnSpc>
                <a:spcPct val="180000"/>
              </a:lnSpc>
              <a:spcBef>
                <a:spcPts val="0"/>
              </a:spcBef>
              <a:spcAft>
                <a:spcPts val="0"/>
              </a:spcAft>
              <a:buClr>
                <a:schemeClr val="dk1"/>
              </a:buClr>
              <a:buSzPts val="1100"/>
              <a:buFont typeface="Arial"/>
              <a:buNone/>
            </a:pPr>
            <a:r>
              <a:rPr lang="en-US" sz="1800">
                <a:solidFill>
                  <a:schemeClr val="dk1"/>
                </a:solidFill>
              </a:rPr>
              <a:t>4. Extract morphometric features:</a:t>
            </a:r>
            <a:endParaRPr sz="1800">
              <a:solidFill>
                <a:schemeClr val="dk1"/>
              </a:solidFill>
            </a:endParaRPr>
          </a:p>
          <a:p>
            <a:pPr indent="0" lvl="0" marL="0" rtl="0" algn="l">
              <a:lnSpc>
                <a:spcPct val="180000"/>
              </a:lnSpc>
              <a:spcBef>
                <a:spcPts val="0"/>
              </a:spcBef>
              <a:spcAft>
                <a:spcPts val="0"/>
              </a:spcAft>
              <a:buClr>
                <a:schemeClr val="dk1"/>
              </a:buClr>
              <a:buSzPts val="1100"/>
              <a:buFont typeface="Arial"/>
              <a:buNone/>
            </a:pPr>
            <a:r>
              <a:rPr lang="en-US" sz="1800">
                <a:solidFill>
                  <a:schemeClr val="dk1"/>
                </a:solidFill>
              </a:rPr>
              <a:t>       body_length_pixels</a:t>
            </a:r>
            <a:endParaRPr sz="1800">
              <a:solidFill>
                <a:schemeClr val="dk1"/>
              </a:solidFill>
            </a:endParaRPr>
          </a:p>
          <a:p>
            <a:pPr indent="0" lvl="0" marL="0" rtl="0" algn="l">
              <a:lnSpc>
                <a:spcPct val="180000"/>
              </a:lnSpc>
              <a:spcBef>
                <a:spcPts val="0"/>
              </a:spcBef>
              <a:spcAft>
                <a:spcPts val="0"/>
              </a:spcAft>
              <a:buClr>
                <a:schemeClr val="dk1"/>
              </a:buClr>
              <a:buSzPts val="1100"/>
              <a:buFont typeface="Arial"/>
              <a:buNone/>
            </a:pPr>
            <a:r>
              <a:rPr lang="en-US" sz="1800">
                <a:solidFill>
                  <a:schemeClr val="dk1"/>
                </a:solidFill>
              </a:rPr>
              <a:t>       body_height_pixels</a:t>
            </a:r>
            <a:endParaRPr sz="1800">
              <a:solidFill>
                <a:schemeClr val="dk1"/>
              </a:solidFill>
            </a:endParaRPr>
          </a:p>
          <a:p>
            <a:pPr indent="0" lvl="0" marL="0" rtl="0" algn="l">
              <a:lnSpc>
                <a:spcPct val="180000"/>
              </a:lnSpc>
              <a:spcBef>
                <a:spcPts val="0"/>
              </a:spcBef>
              <a:spcAft>
                <a:spcPts val="0"/>
              </a:spcAft>
              <a:buClr>
                <a:schemeClr val="dk1"/>
              </a:buClr>
              <a:buSzPts val="1100"/>
              <a:buFont typeface="Arial"/>
              <a:buNone/>
            </a:pPr>
            <a:r>
              <a:rPr lang="en-US" sz="1800">
                <a:solidFill>
                  <a:schemeClr val="dk1"/>
                </a:solidFill>
              </a:rPr>
              <a:t>       body_area</a:t>
            </a:r>
            <a:endParaRPr sz="1800">
              <a:solidFill>
                <a:schemeClr val="dk1"/>
              </a:solidFill>
            </a:endParaRPr>
          </a:p>
          <a:p>
            <a:pPr indent="0" lvl="0" marL="0" rtl="0" algn="l">
              <a:lnSpc>
                <a:spcPct val="180000"/>
              </a:lnSpc>
              <a:spcBef>
                <a:spcPts val="0"/>
              </a:spcBef>
              <a:spcAft>
                <a:spcPts val="0"/>
              </a:spcAft>
              <a:buClr>
                <a:schemeClr val="dk1"/>
              </a:buClr>
              <a:buSzPts val="1100"/>
              <a:buFont typeface="Arial"/>
              <a:buNone/>
            </a:pPr>
            <a:r>
              <a:rPr lang="en-US" sz="1800">
                <a:solidFill>
                  <a:schemeClr val="dk1"/>
                </a:solidFill>
              </a:rPr>
              <a:t>5. Estimate scale using expected cattle height</a:t>
            </a:r>
            <a:endParaRPr sz="1800">
              <a:solidFill>
                <a:schemeClr val="dk1"/>
              </a:solidFill>
            </a:endParaRPr>
          </a:p>
          <a:p>
            <a:pPr indent="0" lvl="0" marL="0" rtl="0" algn="l">
              <a:lnSpc>
                <a:spcPct val="180000"/>
              </a:lnSpc>
              <a:spcBef>
                <a:spcPts val="0"/>
              </a:spcBef>
              <a:spcAft>
                <a:spcPts val="0"/>
              </a:spcAft>
              <a:buClr>
                <a:schemeClr val="dk1"/>
              </a:buClr>
              <a:buSzPts val="1100"/>
              <a:buFont typeface="Arial"/>
              <a:buNone/>
            </a:pPr>
            <a:r>
              <a:rPr lang="en-US" sz="1800">
                <a:solidFill>
                  <a:schemeClr val="dk1"/>
                </a:solidFill>
              </a:rPr>
              <a:t>6. Convert measurements to real units</a:t>
            </a:r>
            <a:endParaRPr sz="1800">
              <a:solidFill>
                <a:schemeClr val="dk1"/>
              </a:solidFill>
            </a:endParaRPr>
          </a:p>
          <a:p>
            <a:pPr indent="0" lvl="0" marL="0" rtl="0" algn="l">
              <a:lnSpc>
                <a:spcPct val="180000"/>
              </a:lnSpc>
              <a:spcBef>
                <a:spcPts val="0"/>
              </a:spcBef>
              <a:spcAft>
                <a:spcPts val="0"/>
              </a:spcAft>
              <a:buClr>
                <a:schemeClr val="dk1"/>
              </a:buClr>
              <a:buSzPts val="1100"/>
              <a:buFont typeface="Arial"/>
              <a:buNone/>
            </a:pPr>
            <a:r>
              <a:rPr lang="en-US" sz="1800">
                <a:solidFill>
                  <a:schemeClr val="dk1"/>
                </a:solidFill>
              </a:rPr>
              <a:t>7. Predict breed using classification model</a:t>
            </a:r>
            <a:endParaRPr sz="1800">
              <a:solidFill>
                <a:schemeClr val="dk1"/>
              </a:solidFill>
            </a:endParaRPr>
          </a:p>
          <a:p>
            <a:pPr indent="0" lvl="0" marL="0" rtl="0" algn="l">
              <a:lnSpc>
                <a:spcPct val="180000"/>
              </a:lnSpc>
              <a:spcBef>
                <a:spcPts val="0"/>
              </a:spcBef>
              <a:spcAft>
                <a:spcPts val="0"/>
              </a:spcAft>
              <a:buClr>
                <a:schemeClr val="dk1"/>
              </a:buClr>
              <a:buSzPts val="1100"/>
              <a:buFont typeface="Arial"/>
              <a:buNone/>
            </a:pPr>
            <a:r>
              <a:rPr lang="en-US" sz="1800">
                <a:solidFill>
                  <a:schemeClr val="dk1"/>
                </a:solidFill>
              </a:rPr>
              <a:t>8. Estimate weight using regression model</a:t>
            </a:r>
            <a:endParaRPr sz="1800">
              <a:solidFill>
                <a:schemeClr val="dk1"/>
              </a:solidFill>
            </a:endParaRPr>
          </a:p>
          <a:p>
            <a:pPr indent="0" lvl="0" marL="0" rtl="0" algn="l">
              <a:lnSpc>
                <a:spcPct val="180000"/>
              </a:lnSpc>
              <a:spcBef>
                <a:spcPts val="0"/>
              </a:spcBef>
              <a:spcAft>
                <a:spcPts val="0"/>
              </a:spcAft>
              <a:buClr>
                <a:schemeClr val="dk1"/>
              </a:buClr>
              <a:buSzPts val="1100"/>
              <a:buFont typeface="Arial"/>
              <a:buNone/>
            </a:pPr>
            <a:r>
              <a:rPr lang="en-US" sz="1800">
                <a:solidFill>
                  <a:schemeClr val="dk1"/>
                </a:solidFill>
              </a:rPr>
              <a:t>9. Return</a:t>
            </a:r>
            <a:endParaRPr sz="1800">
              <a:solidFill>
                <a:schemeClr val="dk1"/>
              </a:solidFill>
            </a:endParaRPr>
          </a:p>
          <a:p>
            <a:pPr indent="0" lvl="0" marL="0" rtl="0" algn="l">
              <a:lnSpc>
                <a:spcPct val="180000"/>
              </a:lnSpc>
              <a:spcBef>
                <a:spcPts val="0"/>
              </a:spcBef>
              <a:spcAft>
                <a:spcPts val="0"/>
              </a:spcAft>
              <a:buClr>
                <a:schemeClr val="dk1"/>
              </a:buClr>
              <a:buSzPts val="1100"/>
              <a:buFont typeface="Arial"/>
              <a:buNone/>
            </a:pPr>
            <a:r>
              <a:rPr lang="en-US" sz="1800">
                <a:solidFill>
                  <a:schemeClr val="dk1"/>
                </a:solidFill>
              </a:rPr>
              <a:t>       breed class, estimated weight</a:t>
            </a:r>
            <a:endParaRPr sz="1800">
              <a:solidFill>
                <a:schemeClr val="dk1"/>
              </a:solidFill>
            </a:endParaRPr>
          </a:p>
          <a:p>
            <a:pPr indent="0" lvl="0" marL="0" rtl="0" algn="l">
              <a:lnSpc>
                <a:spcPct val="180000"/>
              </a:lnSpc>
              <a:spcBef>
                <a:spcPts val="0"/>
              </a:spcBef>
              <a:spcAft>
                <a:spcPts val="0"/>
              </a:spcAft>
              <a:buClr>
                <a:schemeClr val="dk1"/>
              </a:buClr>
              <a:buSzPts val="1100"/>
              <a:buFont typeface="Arial"/>
              <a:buNone/>
            </a:pPr>
            <a:r>
              <a:t/>
            </a:r>
            <a:endParaRPr sz="1800">
              <a:solidFill>
                <a:schemeClr val="dk1"/>
              </a:solidFill>
            </a:endParaRPr>
          </a:p>
          <a:p>
            <a:pPr indent="0" lvl="0" marL="0" rtl="0" algn="l">
              <a:lnSpc>
                <a:spcPct val="180000"/>
              </a:lnSpc>
              <a:spcBef>
                <a:spcPts val="0"/>
              </a:spcBef>
              <a:spcAft>
                <a:spcPts val="0"/>
              </a:spcAft>
              <a:buNone/>
            </a:pPr>
            <a:r>
              <a:t/>
            </a:r>
            <a:endParaRPr b="1" sz="18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1"/>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152400" rtl="0" algn="l">
              <a:lnSpc>
                <a:spcPct val="200000"/>
              </a:lnSpc>
              <a:spcBef>
                <a:spcPts val="0"/>
              </a:spcBef>
              <a:spcAft>
                <a:spcPts val="0"/>
              </a:spcAft>
              <a:buSzPts val="2800"/>
              <a:buNone/>
            </a:pPr>
            <a:r>
              <a:rPr lang="en-US">
                <a:latin typeface="Cambria"/>
                <a:ea typeface="Cambria"/>
                <a:cs typeface="Cambria"/>
                <a:sym typeface="Cambria"/>
              </a:rPr>
              <a:t>Analysis of Problem Statement</a:t>
            </a:r>
            <a:endParaRPr/>
          </a:p>
        </p:txBody>
      </p:sp>
      <p:sp>
        <p:nvSpPr>
          <p:cNvPr id="141" name="Google Shape;141;p21"/>
          <p:cNvSpPr txBox="1"/>
          <p:nvPr>
            <p:ph idx="1" type="body"/>
          </p:nvPr>
        </p:nvSpPr>
        <p:spPr>
          <a:xfrm>
            <a:off x="812800" y="1143000"/>
            <a:ext cx="10668000" cy="4953000"/>
          </a:xfrm>
          <a:prstGeom prst="rect">
            <a:avLst/>
          </a:prstGeom>
          <a:noFill/>
          <a:ln>
            <a:noFill/>
          </a:ln>
        </p:spPr>
        <p:txBody>
          <a:bodyPr anchorCtr="0" anchor="t" bIns="45700" lIns="91425" spcFirstLastPara="1" rIns="91425" wrap="square" tIns="45700">
            <a:noAutofit/>
          </a:bodyPr>
          <a:lstStyle/>
          <a:p>
            <a:pPr indent="0" lvl="0" marL="0" rtl="0" algn="just">
              <a:lnSpc>
                <a:spcPct val="150000"/>
              </a:lnSpc>
              <a:spcBef>
                <a:spcPts val="0"/>
              </a:spcBef>
              <a:spcAft>
                <a:spcPts val="0"/>
              </a:spcAft>
              <a:buNone/>
            </a:pPr>
            <a:r>
              <a:rPr b="1" lang="en-US" sz="1800" u="sng">
                <a:latin typeface="Arial"/>
                <a:ea typeface="Arial"/>
                <a:cs typeface="Arial"/>
                <a:sym typeface="Arial"/>
              </a:rPr>
              <a:t>Technology Stack Components:</a:t>
            </a:r>
            <a:endParaRPr sz="1800" u="sng">
              <a:latin typeface="Arial"/>
              <a:ea typeface="Arial"/>
              <a:cs typeface="Arial"/>
              <a:sym typeface="Arial"/>
            </a:endParaRPr>
          </a:p>
          <a:p>
            <a:pPr indent="0" lvl="0" marL="0" rtl="0" algn="just">
              <a:lnSpc>
                <a:spcPct val="150000"/>
              </a:lnSpc>
              <a:spcBef>
                <a:spcPts val="0"/>
              </a:spcBef>
              <a:spcAft>
                <a:spcPts val="0"/>
              </a:spcAft>
              <a:buNone/>
            </a:pPr>
            <a:r>
              <a:rPr b="1" lang="en-US" sz="1800">
                <a:latin typeface="Arial"/>
                <a:ea typeface="Arial"/>
                <a:cs typeface="Arial"/>
                <a:sym typeface="Arial"/>
              </a:rPr>
              <a:t>Machine Learning &amp; Computer Vision</a:t>
            </a:r>
            <a:endParaRPr b="1" sz="1800">
              <a:latin typeface="Arial"/>
              <a:ea typeface="Arial"/>
              <a:cs typeface="Arial"/>
              <a:sym typeface="Arial"/>
            </a:endParaRPr>
          </a:p>
          <a:p>
            <a:pPr indent="-342900" lvl="0" marL="457200" rtl="0" algn="just">
              <a:lnSpc>
                <a:spcPct val="150000"/>
              </a:lnSpc>
              <a:spcBef>
                <a:spcPts val="0"/>
              </a:spcBef>
              <a:spcAft>
                <a:spcPts val="0"/>
              </a:spcAft>
              <a:buSzPts val="1800"/>
              <a:buFont typeface="Arial"/>
              <a:buChar char="•"/>
            </a:pPr>
            <a:r>
              <a:rPr lang="en-US" sz="1800">
                <a:latin typeface="Arial"/>
                <a:ea typeface="Arial"/>
                <a:cs typeface="Arial"/>
                <a:sym typeface="Arial"/>
              </a:rPr>
              <a:t>Python</a:t>
            </a:r>
            <a:endParaRPr sz="1800">
              <a:latin typeface="Arial"/>
              <a:ea typeface="Arial"/>
              <a:cs typeface="Arial"/>
              <a:sym typeface="Arial"/>
            </a:endParaRPr>
          </a:p>
          <a:p>
            <a:pPr indent="-342900" lvl="0" marL="457200" rtl="0" algn="just">
              <a:lnSpc>
                <a:spcPct val="150000"/>
              </a:lnSpc>
              <a:spcBef>
                <a:spcPts val="0"/>
              </a:spcBef>
              <a:spcAft>
                <a:spcPts val="0"/>
              </a:spcAft>
              <a:buSzPts val="1800"/>
              <a:buFont typeface="Arial"/>
              <a:buChar char="•"/>
            </a:pPr>
            <a:r>
              <a:rPr lang="en-US" sz="1800">
                <a:latin typeface="Arial"/>
                <a:ea typeface="Arial"/>
                <a:cs typeface="Arial"/>
                <a:sym typeface="Arial"/>
              </a:rPr>
              <a:t>Deep Learning Framework: TensorFlow</a:t>
            </a:r>
            <a:endParaRPr sz="1800">
              <a:latin typeface="Arial"/>
              <a:ea typeface="Arial"/>
              <a:cs typeface="Arial"/>
              <a:sym typeface="Arial"/>
            </a:endParaRPr>
          </a:p>
          <a:p>
            <a:pPr indent="-342900" lvl="0" marL="457200" rtl="0" algn="just">
              <a:lnSpc>
                <a:spcPct val="150000"/>
              </a:lnSpc>
              <a:spcBef>
                <a:spcPts val="0"/>
              </a:spcBef>
              <a:spcAft>
                <a:spcPts val="0"/>
              </a:spcAft>
              <a:buSzPts val="1800"/>
              <a:buFont typeface="Arial"/>
              <a:buChar char="•"/>
            </a:pPr>
            <a:r>
              <a:rPr lang="en-US" sz="1800">
                <a:latin typeface="Arial"/>
                <a:ea typeface="Arial"/>
                <a:cs typeface="Arial"/>
                <a:sym typeface="Arial"/>
              </a:rPr>
              <a:t>CNN Architectures: EfficientNet, MobileNet</a:t>
            </a:r>
            <a:endParaRPr sz="1800">
              <a:latin typeface="Arial"/>
              <a:ea typeface="Arial"/>
              <a:cs typeface="Arial"/>
              <a:sym typeface="Arial"/>
            </a:endParaRPr>
          </a:p>
          <a:p>
            <a:pPr indent="-342900" lvl="0" marL="457200" rtl="0" algn="just">
              <a:lnSpc>
                <a:spcPct val="150000"/>
              </a:lnSpc>
              <a:spcBef>
                <a:spcPts val="0"/>
              </a:spcBef>
              <a:spcAft>
                <a:spcPts val="0"/>
              </a:spcAft>
              <a:buSzPts val="1800"/>
              <a:buFont typeface="Arial"/>
              <a:buChar char="•"/>
            </a:pPr>
            <a:r>
              <a:rPr lang="en-US" sz="1800">
                <a:latin typeface="Arial"/>
                <a:ea typeface="Arial"/>
                <a:cs typeface="Arial"/>
                <a:sym typeface="Arial"/>
              </a:rPr>
              <a:t>OpenCV for image preprocessing</a:t>
            </a:r>
            <a:endParaRPr sz="1800">
              <a:latin typeface="Arial"/>
              <a:ea typeface="Arial"/>
              <a:cs typeface="Arial"/>
              <a:sym typeface="Arial"/>
            </a:endParaRPr>
          </a:p>
          <a:p>
            <a:pPr indent="0" lvl="0" marL="0" rtl="0" algn="just">
              <a:lnSpc>
                <a:spcPct val="150000"/>
              </a:lnSpc>
              <a:spcBef>
                <a:spcPts val="0"/>
              </a:spcBef>
              <a:spcAft>
                <a:spcPts val="0"/>
              </a:spcAft>
              <a:buNone/>
            </a:pPr>
            <a:r>
              <a:rPr b="1" lang="en-US" sz="1800">
                <a:latin typeface="Arial"/>
                <a:ea typeface="Arial"/>
                <a:cs typeface="Arial"/>
                <a:sym typeface="Arial"/>
              </a:rPr>
              <a:t>Backend</a:t>
            </a:r>
            <a:endParaRPr b="1" sz="1800">
              <a:latin typeface="Arial"/>
              <a:ea typeface="Arial"/>
              <a:cs typeface="Arial"/>
              <a:sym typeface="Arial"/>
            </a:endParaRPr>
          </a:p>
          <a:p>
            <a:pPr indent="-342900" lvl="0" marL="457200" rtl="0" algn="just">
              <a:lnSpc>
                <a:spcPct val="150000"/>
              </a:lnSpc>
              <a:spcBef>
                <a:spcPts val="0"/>
              </a:spcBef>
              <a:spcAft>
                <a:spcPts val="0"/>
              </a:spcAft>
              <a:buSzPts val="1800"/>
              <a:buFont typeface="Arial"/>
              <a:buChar char="•"/>
            </a:pPr>
            <a:r>
              <a:rPr lang="en-US" sz="1800">
                <a:latin typeface="Arial"/>
                <a:ea typeface="Arial"/>
                <a:cs typeface="Arial"/>
                <a:sym typeface="Arial"/>
              </a:rPr>
              <a:t>FastAPI for inference APIs</a:t>
            </a:r>
            <a:endParaRPr sz="1800">
              <a:latin typeface="Arial"/>
              <a:ea typeface="Arial"/>
              <a:cs typeface="Arial"/>
              <a:sym typeface="Arial"/>
            </a:endParaRPr>
          </a:p>
          <a:p>
            <a:pPr indent="-342900" lvl="0" marL="457200" rtl="0" algn="just">
              <a:lnSpc>
                <a:spcPct val="150000"/>
              </a:lnSpc>
              <a:spcBef>
                <a:spcPts val="0"/>
              </a:spcBef>
              <a:spcAft>
                <a:spcPts val="0"/>
              </a:spcAft>
              <a:buSzPts val="1800"/>
              <a:buFont typeface="Arial"/>
              <a:buChar char="•"/>
            </a:pPr>
            <a:r>
              <a:rPr lang="en-US" sz="1800">
                <a:latin typeface="Arial"/>
                <a:ea typeface="Arial"/>
                <a:cs typeface="Arial"/>
                <a:sym typeface="Arial"/>
              </a:rPr>
              <a:t>RESTful services</a:t>
            </a:r>
            <a:endParaRPr sz="1800">
              <a:latin typeface="Arial"/>
              <a:ea typeface="Arial"/>
              <a:cs typeface="Arial"/>
              <a:sym typeface="Arial"/>
            </a:endParaRPr>
          </a:p>
          <a:p>
            <a:pPr indent="0" lvl="0" marL="0" rtl="0" algn="just">
              <a:lnSpc>
                <a:spcPct val="150000"/>
              </a:lnSpc>
              <a:spcBef>
                <a:spcPts val="0"/>
              </a:spcBef>
              <a:spcAft>
                <a:spcPts val="0"/>
              </a:spcAft>
              <a:buNone/>
            </a:pPr>
            <a:r>
              <a:rPr b="1" lang="en-US" sz="1800">
                <a:latin typeface="Arial"/>
                <a:ea typeface="Arial"/>
                <a:cs typeface="Arial"/>
                <a:sym typeface="Arial"/>
              </a:rPr>
              <a:t>Deployment &amp; Tools</a:t>
            </a:r>
            <a:endParaRPr b="1" sz="1800">
              <a:latin typeface="Arial"/>
              <a:ea typeface="Arial"/>
              <a:cs typeface="Arial"/>
              <a:sym typeface="Arial"/>
            </a:endParaRPr>
          </a:p>
          <a:p>
            <a:pPr indent="-342900" lvl="0" marL="457200" rtl="0" algn="just">
              <a:lnSpc>
                <a:spcPct val="150000"/>
              </a:lnSpc>
              <a:spcBef>
                <a:spcPts val="0"/>
              </a:spcBef>
              <a:spcAft>
                <a:spcPts val="0"/>
              </a:spcAft>
              <a:buSzPts val="1800"/>
              <a:buFont typeface="Arial"/>
              <a:buChar char="•"/>
            </a:pPr>
            <a:r>
              <a:rPr lang="en-US" sz="1800">
                <a:latin typeface="Arial"/>
                <a:ea typeface="Arial"/>
                <a:cs typeface="Arial"/>
                <a:sym typeface="Arial"/>
              </a:rPr>
              <a:t>Docker for containerization</a:t>
            </a:r>
            <a:endParaRPr sz="1800">
              <a:latin typeface="Arial"/>
              <a:ea typeface="Arial"/>
              <a:cs typeface="Arial"/>
              <a:sym typeface="Arial"/>
            </a:endParaRPr>
          </a:p>
          <a:p>
            <a:pPr indent="-342900" lvl="0" marL="457200" rtl="0" algn="just">
              <a:lnSpc>
                <a:spcPct val="150000"/>
              </a:lnSpc>
              <a:spcBef>
                <a:spcPts val="0"/>
              </a:spcBef>
              <a:spcAft>
                <a:spcPts val="0"/>
              </a:spcAft>
              <a:buSzPts val="1800"/>
              <a:buFont typeface="Arial"/>
              <a:buChar char="•"/>
            </a:pPr>
            <a:r>
              <a:rPr lang="en-US" sz="1800">
                <a:latin typeface="Arial"/>
                <a:ea typeface="Arial"/>
                <a:cs typeface="Arial"/>
                <a:sym typeface="Arial"/>
              </a:rPr>
              <a:t>Git/GitHub for version control</a:t>
            </a:r>
            <a:endParaRPr sz="1800">
              <a:latin typeface="Arial"/>
              <a:ea typeface="Arial"/>
              <a:cs typeface="Arial"/>
              <a:sym typeface="Arial"/>
            </a:endParaRPr>
          </a:p>
          <a:p>
            <a:pPr indent="0" lvl="0" marL="0" rtl="0" algn="just">
              <a:lnSpc>
                <a:spcPct val="150000"/>
              </a:lnSpc>
              <a:spcBef>
                <a:spcPts val="0"/>
              </a:spcBef>
              <a:spcAft>
                <a:spcPts val="0"/>
              </a:spcAft>
              <a:buNone/>
            </a:pPr>
            <a:r>
              <a:t/>
            </a:r>
            <a:endParaRPr sz="1800">
              <a:latin typeface="Arial"/>
              <a:ea typeface="Arial"/>
              <a:cs typeface="Arial"/>
              <a:sym typeface="Arial"/>
            </a:endParaRPr>
          </a:p>
          <a:p>
            <a:pPr indent="0" lvl="0" marL="0" rtl="0" algn="just">
              <a:lnSpc>
                <a:spcPct val="150000"/>
              </a:lnSpc>
              <a:spcBef>
                <a:spcPts val="0"/>
              </a:spcBef>
              <a:spcAft>
                <a:spcPts val="0"/>
              </a:spcAft>
              <a:buNone/>
            </a:pPr>
            <a:r>
              <a:t/>
            </a:r>
            <a:endParaRPr sz="1800">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2"/>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152400" rtl="0" algn="l">
              <a:lnSpc>
                <a:spcPct val="200000"/>
              </a:lnSpc>
              <a:spcBef>
                <a:spcPts val="0"/>
              </a:spcBef>
              <a:spcAft>
                <a:spcPts val="0"/>
              </a:spcAft>
              <a:buSzPts val="2800"/>
              <a:buNone/>
            </a:pPr>
            <a:r>
              <a:rPr lang="en-US">
                <a:latin typeface="Cambria"/>
                <a:ea typeface="Cambria"/>
                <a:cs typeface="Cambria"/>
                <a:sym typeface="Cambria"/>
              </a:rPr>
              <a:t>Analysis of Problem Statement </a:t>
            </a:r>
            <a:r>
              <a:rPr lang="en-US" sz="2000">
                <a:latin typeface="Cambria"/>
                <a:ea typeface="Cambria"/>
                <a:cs typeface="Cambria"/>
                <a:sym typeface="Cambria"/>
              </a:rPr>
              <a:t>(contd...)</a:t>
            </a:r>
            <a:endParaRPr>
              <a:latin typeface="Cambria"/>
              <a:ea typeface="Cambria"/>
              <a:cs typeface="Cambria"/>
              <a:sym typeface="Cambria"/>
            </a:endParaRPr>
          </a:p>
        </p:txBody>
      </p:sp>
      <p:sp>
        <p:nvSpPr>
          <p:cNvPr id="147" name="Google Shape;147;p22"/>
          <p:cNvSpPr txBox="1"/>
          <p:nvPr>
            <p:ph idx="1" type="body"/>
          </p:nvPr>
        </p:nvSpPr>
        <p:spPr>
          <a:xfrm>
            <a:off x="812800" y="1143000"/>
            <a:ext cx="10668000" cy="4953000"/>
          </a:xfrm>
          <a:prstGeom prst="rect">
            <a:avLst/>
          </a:prstGeom>
          <a:noFill/>
          <a:ln>
            <a:noFill/>
          </a:ln>
        </p:spPr>
        <p:txBody>
          <a:bodyPr anchorCtr="0" anchor="t" bIns="45700" lIns="91425" spcFirstLastPara="1" rIns="91425" wrap="square" tIns="45700">
            <a:noAutofit/>
          </a:bodyPr>
          <a:lstStyle/>
          <a:p>
            <a:pPr indent="-190500" lvl="0" marL="342900" rtl="0" algn="just">
              <a:lnSpc>
                <a:spcPct val="200000"/>
              </a:lnSpc>
              <a:spcBef>
                <a:spcPts val="0"/>
              </a:spcBef>
              <a:spcAft>
                <a:spcPts val="0"/>
              </a:spcAft>
              <a:buClr>
                <a:schemeClr val="dk1"/>
              </a:buClr>
              <a:buSzPts val="2400"/>
              <a:buNone/>
            </a:pPr>
            <a:r>
              <a:rPr b="1" lang="en-US" sz="1800" u="sng">
                <a:latin typeface="Arial"/>
                <a:ea typeface="Arial"/>
                <a:cs typeface="Arial"/>
                <a:sym typeface="Arial"/>
              </a:rPr>
              <a:t>Software and Hardware Requirements</a:t>
            </a:r>
            <a:r>
              <a:rPr b="1" lang="en-US" sz="1800" u="sng">
                <a:latin typeface="Arial"/>
                <a:ea typeface="Arial"/>
                <a:cs typeface="Arial"/>
                <a:sym typeface="Arial"/>
              </a:rPr>
              <a:t>:</a:t>
            </a:r>
            <a:r>
              <a:rPr lang="en-US" sz="1800" u="sng">
                <a:latin typeface="Arial"/>
                <a:ea typeface="Arial"/>
                <a:cs typeface="Arial"/>
                <a:sym typeface="Arial"/>
              </a:rPr>
              <a:t> </a:t>
            </a:r>
            <a:endParaRPr sz="1800" u="sng">
              <a:latin typeface="Arial"/>
              <a:ea typeface="Arial"/>
              <a:cs typeface="Arial"/>
              <a:sym typeface="Arial"/>
            </a:endParaRPr>
          </a:p>
          <a:p>
            <a:pPr indent="-190500" lvl="0" marL="342900" rtl="0" algn="just">
              <a:lnSpc>
                <a:spcPct val="135000"/>
              </a:lnSpc>
              <a:spcBef>
                <a:spcPts val="0"/>
              </a:spcBef>
              <a:spcAft>
                <a:spcPts val="0"/>
              </a:spcAft>
              <a:buClr>
                <a:schemeClr val="dk1"/>
              </a:buClr>
              <a:buSzPts val="2400"/>
              <a:buNone/>
            </a:pPr>
            <a:r>
              <a:rPr lang="en-US" sz="1800">
                <a:latin typeface="Arial"/>
                <a:ea typeface="Arial"/>
                <a:cs typeface="Arial"/>
                <a:sym typeface="Arial"/>
              </a:rPr>
              <a:t>		</a:t>
            </a:r>
            <a:r>
              <a:rPr b="1" lang="en-US" sz="1800">
                <a:latin typeface="Arial"/>
                <a:ea typeface="Arial"/>
                <a:cs typeface="Arial"/>
                <a:sym typeface="Arial"/>
              </a:rPr>
              <a:t>Software:</a:t>
            </a:r>
            <a:r>
              <a:rPr lang="en-US" sz="1800">
                <a:latin typeface="Arial"/>
                <a:ea typeface="Arial"/>
                <a:cs typeface="Arial"/>
                <a:sym typeface="Arial"/>
              </a:rPr>
              <a:t> </a:t>
            </a:r>
            <a:endParaRPr sz="1800">
              <a:latin typeface="Arial"/>
              <a:ea typeface="Arial"/>
              <a:cs typeface="Arial"/>
              <a:sym typeface="Arial"/>
            </a:endParaRPr>
          </a:p>
          <a:p>
            <a:pPr indent="-342900" lvl="0" marL="457200" rtl="0" algn="just">
              <a:lnSpc>
                <a:spcPct val="135000"/>
              </a:lnSpc>
              <a:spcBef>
                <a:spcPts val="0"/>
              </a:spcBef>
              <a:spcAft>
                <a:spcPts val="0"/>
              </a:spcAft>
              <a:buSzPts val="1800"/>
              <a:buFont typeface="Arial"/>
              <a:buChar char="•"/>
            </a:pPr>
            <a:r>
              <a:rPr lang="en-US" sz="1800">
                <a:latin typeface="Arial"/>
                <a:ea typeface="Arial"/>
                <a:cs typeface="Arial"/>
                <a:sym typeface="Arial"/>
              </a:rPr>
              <a:t>O</a:t>
            </a:r>
            <a:r>
              <a:rPr lang="en-US" sz="1800">
                <a:latin typeface="Arial"/>
                <a:ea typeface="Arial"/>
                <a:cs typeface="Arial"/>
                <a:sym typeface="Arial"/>
              </a:rPr>
              <a:t>perating System: Windows</a:t>
            </a:r>
            <a:endParaRPr sz="1800">
              <a:latin typeface="Arial"/>
              <a:ea typeface="Arial"/>
              <a:cs typeface="Arial"/>
              <a:sym typeface="Arial"/>
            </a:endParaRPr>
          </a:p>
          <a:p>
            <a:pPr indent="-342900" lvl="0" marL="457200" rtl="0" algn="just">
              <a:lnSpc>
                <a:spcPct val="135000"/>
              </a:lnSpc>
              <a:spcBef>
                <a:spcPts val="0"/>
              </a:spcBef>
              <a:spcAft>
                <a:spcPts val="0"/>
              </a:spcAft>
              <a:buSzPts val="1800"/>
              <a:buFont typeface="Arial"/>
              <a:buChar char="•"/>
            </a:pPr>
            <a:r>
              <a:rPr lang="en-US" sz="1800">
                <a:latin typeface="Arial"/>
                <a:ea typeface="Arial"/>
                <a:cs typeface="Arial"/>
                <a:sym typeface="Arial"/>
              </a:rPr>
              <a:t>Python 3.11.9</a:t>
            </a:r>
            <a:endParaRPr sz="1800">
              <a:latin typeface="Arial"/>
              <a:ea typeface="Arial"/>
              <a:cs typeface="Arial"/>
              <a:sym typeface="Arial"/>
            </a:endParaRPr>
          </a:p>
          <a:p>
            <a:pPr indent="-342900" lvl="0" marL="457200" rtl="0" algn="just">
              <a:lnSpc>
                <a:spcPct val="135000"/>
              </a:lnSpc>
              <a:spcBef>
                <a:spcPts val="0"/>
              </a:spcBef>
              <a:spcAft>
                <a:spcPts val="0"/>
              </a:spcAft>
              <a:buSzPts val="1800"/>
              <a:buFont typeface="Arial"/>
              <a:buChar char="•"/>
            </a:pPr>
            <a:r>
              <a:rPr lang="en-US" sz="1800">
                <a:latin typeface="Arial"/>
                <a:ea typeface="Arial"/>
                <a:cs typeface="Arial"/>
                <a:sym typeface="Arial"/>
              </a:rPr>
              <a:t>PyTorch</a:t>
            </a:r>
            <a:endParaRPr sz="1800">
              <a:latin typeface="Arial"/>
              <a:ea typeface="Arial"/>
              <a:cs typeface="Arial"/>
              <a:sym typeface="Arial"/>
            </a:endParaRPr>
          </a:p>
          <a:p>
            <a:pPr indent="-342900" lvl="0" marL="457200" rtl="0" algn="just">
              <a:lnSpc>
                <a:spcPct val="135000"/>
              </a:lnSpc>
              <a:spcBef>
                <a:spcPts val="0"/>
              </a:spcBef>
              <a:spcAft>
                <a:spcPts val="0"/>
              </a:spcAft>
              <a:buSzPts val="1800"/>
              <a:buFont typeface="Arial"/>
              <a:buChar char="•"/>
            </a:pPr>
            <a:r>
              <a:rPr lang="en-US" sz="1800">
                <a:latin typeface="Arial"/>
                <a:ea typeface="Arial"/>
                <a:cs typeface="Arial"/>
                <a:sym typeface="Arial"/>
              </a:rPr>
              <a:t>OpenCV</a:t>
            </a:r>
            <a:endParaRPr sz="1800">
              <a:latin typeface="Arial"/>
              <a:ea typeface="Arial"/>
              <a:cs typeface="Arial"/>
              <a:sym typeface="Arial"/>
            </a:endParaRPr>
          </a:p>
          <a:p>
            <a:pPr indent="-342900" lvl="0" marL="457200" rtl="0" algn="just">
              <a:lnSpc>
                <a:spcPct val="135000"/>
              </a:lnSpc>
              <a:spcBef>
                <a:spcPts val="0"/>
              </a:spcBef>
              <a:spcAft>
                <a:spcPts val="0"/>
              </a:spcAft>
              <a:buSzPts val="1800"/>
              <a:buFont typeface="Arial"/>
              <a:buChar char="•"/>
            </a:pPr>
            <a:r>
              <a:rPr lang="en-US" sz="1800">
                <a:latin typeface="Arial"/>
                <a:ea typeface="Arial"/>
                <a:cs typeface="Arial"/>
                <a:sym typeface="Arial"/>
              </a:rPr>
              <a:t>FastAPI</a:t>
            </a:r>
            <a:endParaRPr sz="1800">
              <a:latin typeface="Arial"/>
              <a:ea typeface="Arial"/>
              <a:cs typeface="Arial"/>
              <a:sym typeface="Arial"/>
            </a:endParaRPr>
          </a:p>
          <a:p>
            <a:pPr indent="0" lvl="0" marL="457200" rtl="0" algn="just">
              <a:lnSpc>
                <a:spcPct val="135000"/>
              </a:lnSpc>
              <a:spcBef>
                <a:spcPts val="0"/>
              </a:spcBef>
              <a:spcAft>
                <a:spcPts val="0"/>
              </a:spcAft>
              <a:buClr>
                <a:schemeClr val="dk1"/>
              </a:buClr>
              <a:buSzPts val="1100"/>
              <a:buFont typeface="Arial"/>
              <a:buNone/>
            </a:pPr>
            <a:r>
              <a:rPr b="1" lang="en-US" sz="1800">
                <a:latin typeface="Arial"/>
                <a:ea typeface="Arial"/>
                <a:cs typeface="Arial"/>
                <a:sym typeface="Arial"/>
              </a:rPr>
              <a:t>Hardware:</a:t>
            </a:r>
            <a:r>
              <a:rPr lang="en-US" sz="1800">
                <a:latin typeface="Arial"/>
                <a:ea typeface="Arial"/>
                <a:cs typeface="Arial"/>
                <a:sym typeface="Arial"/>
              </a:rPr>
              <a:t> </a:t>
            </a:r>
            <a:endParaRPr sz="1800">
              <a:latin typeface="Arial"/>
              <a:ea typeface="Arial"/>
              <a:cs typeface="Arial"/>
              <a:sym typeface="Arial"/>
            </a:endParaRPr>
          </a:p>
          <a:p>
            <a:pPr indent="-342900" lvl="0" marL="457200" rtl="0" algn="just">
              <a:lnSpc>
                <a:spcPct val="135000"/>
              </a:lnSpc>
              <a:spcBef>
                <a:spcPts val="0"/>
              </a:spcBef>
              <a:spcAft>
                <a:spcPts val="0"/>
              </a:spcAft>
              <a:buSzPts val="1800"/>
              <a:buFont typeface="Arial"/>
              <a:buChar char="•"/>
            </a:pPr>
            <a:r>
              <a:rPr lang="en-US" sz="1800">
                <a:latin typeface="Arial"/>
                <a:ea typeface="Arial"/>
                <a:cs typeface="Arial"/>
                <a:sym typeface="Arial"/>
              </a:rPr>
              <a:t>Minimum 8 GB RAM</a:t>
            </a:r>
            <a:endParaRPr sz="1800">
              <a:latin typeface="Arial"/>
              <a:ea typeface="Arial"/>
              <a:cs typeface="Arial"/>
              <a:sym typeface="Arial"/>
            </a:endParaRPr>
          </a:p>
          <a:p>
            <a:pPr indent="-342900" lvl="0" marL="457200" rtl="0" algn="just">
              <a:lnSpc>
                <a:spcPct val="135000"/>
              </a:lnSpc>
              <a:spcBef>
                <a:spcPts val="0"/>
              </a:spcBef>
              <a:spcAft>
                <a:spcPts val="0"/>
              </a:spcAft>
              <a:buSzPts val="1800"/>
              <a:buFont typeface="Arial"/>
              <a:buChar char="•"/>
            </a:pPr>
            <a:r>
              <a:rPr lang="en-US" sz="1800">
                <a:latin typeface="Arial"/>
                <a:ea typeface="Arial"/>
                <a:cs typeface="Arial"/>
                <a:sym typeface="Arial"/>
              </a:rPr>
              <a:t>CPU with multi-core support</a:t>
            </a:r>
            <a:endParaRPr sz="1800">
              <a:latin typeface="Arial"/>
              <a:ea typeface="Arial"/>
              <a:cs typeface="Arial"/>
              <a:sym typeface="Arial"/>
            </a:endParaRPr>
          </a:p>
          <a:p>
            <a:pPr indent="-342900" lvl="0" marL="457200" rtl="0" algn="just">
              <a:lnSpc>
                <a:spcPct val="135000"/>
              </a:lnSpc>
              <a:spcBef>
                <a:spcPts val="0"/>
              </a:spcBef>
              <a:spcAft>
                <a:spcPts val="0"/>
              </a:spcAft>
              <a:buSzPts val="1800"/>
              <a:buFont typeface="Arial"/>
              <a:buChar char="•"/>
            </a:pPr>
            <a:r>
              <a:rPr lang="en-US" sz="1800">
                <a:latin typeface="Arial"/>
                <a:ea typeface="Arial"/>
                <a:cs typeface="Arial"/>
                <a:sym typeface="Arial"/>
              </a:rPr>
              <a:t>GPU (NVIDIA CUDA-enabled)</a:t>
            </a:r>
            <a:endParaRPr sz="1800">
              <a:latin typeface="Arial"/>
              <a:ea typeface="Arial"/>
              <a:cs typeface="Arial"/>
              <a:sym typeface="Arial"/>
            </a:endParaRPr>
          </a:p>
          <a:p>
            <a:pPr indent="-342900" lvl="0" marL="457200" rtl="0" algn="just">
              <a:lnSpc>
                <a:spcPct val="135000"/>
              </a:lnSpc>
              <a:spcBef>
                <a:spcPts val="0"/>
              </a:spcBef>
              <a:spcAft>
                <a:spcPts val="0"/>
              </a:spcAft>
              <a:buSzPts val="1800"/>
              <a:buFont typeface="Arial"/>
              <a:buChar char="•"/>
            </a:pPr>
            <a:r>
              <a:rPr lang="en-US" sz="1800">
                <a:latin typeface="Arial"/>
                <a:ea typeface="Arial"/>
                <a:cs typeface="Arial"/>
                <a:sym typeface="Arial"/>
              </a:rPr>
              <a:t>Storage: Minimum 20 GB</a:t>
            </a:r>
            <a:endParaRPr sz="1800">
              <a:latin typeface="Arial"/>
              <a:ea typeface="Arial"/>
              <a:cs typeface="Arial"/>
              <a:sym typeface="Arial"/>
            </a:endParaRPr>
          </a:p>
          <a:p>
            <a:pPr indent="-190500" lvl="0" marL="342900" rtl="0" algn="just">
              <a:lnSpc>
                <a:spcPct val="150000"/>
              </a:lnSpc>
              <a:spcBef>
                <a:spcPts val="0"/>
              </a:spcBef>
              <a:spcAft>
                <a:spcPts val="0"/>
              </a:spcAft>
              <a:buClr>
                <a:schemeClr val="dk1"/>
              </a:buClr>
              <a:buSzPts val="2400"/>
              <a:buNone/>
            </a:pPr>
            <a:r>
              <a:t/>
            </a:r>
            <a:endParaRPr sz="1800">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3"/>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152400" rtl="0" algn="l">
              <a:lnSpc>
                <a:spcPct val="200000"/>
              </a:lnSpc>
              <a:spcBef>
                <a:spcPts val="0"/>
              </a:spcBef>
              <a:spcAft>
                <a:spcPts val="0"/>
              </a:spcAft>
              <a:buSzPts val="2800"/>
              <a:buNone/>
            </a:pPr>
            <a:r>
              <a:rPr lang="en-US">
                <a:latin typeface="Cambria"/>
                <a:ea typeface="Cambria"/>
                <a:cs typeface="Cambria"/>
                <a:sym typeface="Cambria"/>
              </a:rPr>
              <a:t>Innovation &amp; Novel Contributions</a:t>
            </a:r>
            <a:endParaRPr>
              <a:latin typeface="Cambria"/>
              <a:ea typeface="Cambria"/>
              <a:cs typeface="Cambria"/>
              <a:sym typeface="Cambria"/>
            </a:endParaRPr>
          </a:p>
        </p:txBody>
      </p:sp>
      <p:sp>
        <p:nvSpPr>
          <p:cNvPr id="153" name="Google Shape;153;p23"/>
          <p:cNvSpPr txBox="1"/>
          <p:nvPr>
            <p:ph idx="1" type="body"/>
          </p:nvPr>
        </p:nvSpPr>
        <p:spPr>
          <a:xfrm>
            <a:off x="812800" y="1143000"/>
            <a:ext cx="10668000" cy="4953000"/>
          </a:xfrm>
          <a:prstGeom prst="rect">
            <a:avLst/>
          </a:prstGeom>
          <a:noFill/>
          <a:ln>
            <a:noFill/>
          </a:ln>
        </p:spPr>
        <p:txBody>
          <a:bodyPr anchorCtr="0" anchor="t" bIns="45700" lIns="91425" spcFirstLastPara="1" rIns="91425" wrap="square" tIns="45700">
            <a:noAutofit/>
          </a:bodyPr>
          <a:lstStyle/>
          <a:p>
            <a:pPr indent="-190500" lvl="0" marL="342900" rtl="0" algn="just">
              <a:lnSpc>
                <a:spcPct val="150000"/>
              </a:lnSpc>
              <a:spcBef>
                <a:spcPts val="1200"/>
              </a:spcBef>
              <a:spcAft>
                <a:spcPts val="0"/>
              </a:spcAft>
              <a:buClr>
                <a:schemeClr val="dk1"/>
              </a:buClr>
              <a:buSzPts val="2400"/>
              <a:buNone/>
            </a:pPr>
            <a:r>
              <a:rPr lang="en-US" sz="1800">
                <a:latin typeface="Arial"/>
                <a:ea typeface="Arial"/>
                <a:cs typeface="Arial"/>
                <a:sym typeface="Arial"/>
              </a:rPr>
              <a:t>The innovative features of this project are:</a:t>
            </a:r>
            <a:endParaRPr sz="1800">
              <a:latin typeface="Arial"/>
              <a:ea typeface="Arial"/>
              <a:cs typeface="Arial"/>
              <a:sym typeface="Arial"/>
            </a:endParaRPr>
          </a:p>
          <a:p>
            <a:pPr indent="-342900" lvl="0" marL="457200" rtl="0" algn="just">
              <a:lnSpc>
                <a:spcPct val="150000"/>
              </a:lnSpc>
              <a:spcBef>
                <a:spcPts val="1200"/>
              </a:spcBef>
              <a:spcAft>
                <a:spcPts val="0"/>
              </a:spcAft>
              <a:buSzPts val="1800"/>
              <a:buFont typeface="Arial"/>
              <a:buAutoNum type="arabicPeriod"/>
            </a:pPr>
            <a:r>
              <a:rPr lang="en-US" sz="1800">
                <a:latin typeface="Arial"/>
                <a:ea typeface="Arial"/>
                <a:cs typeface="Arial"/>
                <a:sym typeface="Arial"/>
              </a:rPr>
              <a:t>Utilizing a </a:t>
            </a:r>
            <a:r>
              <a:rPr b="1" lang="en-US" sz="1800">
                <a:latin typeface="Arial"/>
                <a:ea typeface="Arial"/>
                <a:cs typeface="Arial"/>
                <a:sym typeface="Arial"/>
              </a:rPr>
              <a:t>Multi-Task Learning framework</a:t>
            </a:r>
            <a:r>
              <a:rPr lang="en-US" sz="1800">
                <a:latin typeface="Arial"/>
                <a:ea typeface="Arial"/>
                <a:cs typeface="Arial"/>
                <a:sym typeface="Arial"/>
              </a:rPr>
              <a:t> that combines both physical trait prediction and breed classification.</a:t>
            </a:r>
            <a:endParaRPr sz="1800">
              <a:latin typeface="Arial"/>
              <a:ea typeface="Arial"/>
              <a:cs typeface="Arial"/>
              <a:sym typeface="Arial"/>
            </a:endParaRPr>
          </a:p>
          <a:p>
            <a:pPr indent="-342900" lvl="0" marL="457200" rtl="0" algn="just">
              <a:lnSpc>
                <a:spcPct val="150000"/>
              </a:lnSpc>
              <a:spcBef>
                <a:spcPts val="0"/>
              </a:spcBef>
              <a:spcAft>
                <a:spcPts val="0"/>
              </a:spcAft>
              <a:buSzPts val="1800"/>
              <a:buFont typeface="Arial"/>
              <a:buAutoNum type="arabicPeriod"/>
            </a:pPr>
            <a:r>
              <a:rPr lang="en-US" sz="1800">
                <a:latin typeface="Arial"/>
                <a:ea typeface="Arial"/>
                <a:cs typeface="Arial"/>
                <a:sym typeface="Arial"/>
              </a:rPr>
              <a:t>Conducting </a:t>
            </a:r>
            <a:r>
              <a:rPr b="1" lang="en-US" sz="1800">
                <a:latin typeface="Arial"/>
                <a:ea typeface="Arial"/>
                <a:cs typeface="Arial"/>
                <a:sym typeface="Arial"/>
              </a:rPr>
              <a:t>comparative analysis</a:t>
            </a:r>
            <a:r>
              <a:rPr lang="en-US" sz="1800">
                <a:latin typeface="Arial"/>
                <a:ea typeface="Arial"/>
                <a:cs typeface="Arial"/>
                <a:sym typeface="Arial"/>
              </a:rPr>
              <a:t> of deep learning architectures applied to livestock photos.</a:t>
            </a:r>
            <a:endParaRPr sz="1800">
              <a:latin typeface="Arial"/>
              <a:ea typeface="Arial"/>
              <a:cs typeface="Arial"/>
              <a:sym typeface="Arial"/>
            </a:endParaRPr>
          </a:p>
          <a:p>
            <a:pPr indent="-342900" lvl="0" marL="457200" rtl="0" algn="just">
              <a:lnSpc>
                <a:spcPct val="150000"/>
              </a:lnSpc>
              <a:spcBef>
                <a:spcPts val="0"/>
              </a:spcBef>
              <a:spcAft>
                <a:spcPts val="0"/>
              </a:spcAft>
              <a:buSzPts val="1800"/>
              <a:buFont typeface="Arial"/>
              <a:buAutoNum type="arabicPeriod"/>
            </a:pPr>
            <a:r>
              <a:rPr lang="en-US" sz="1800">
                <a:latin typeface="Arial"/>
                <a:ea typeface="Arial"/>
                <a:cs typeface="Arial"/>
                <a:sym typeface="Arial"/>
              </a:rPr>
              <a:t>Implementing </a:t>
            </a:r>
            <a:r>
              <a:rPr b="1" lang="en-US" sz="1800">
                <a:latin typeface="Arial"/>
                <a:ea typeface="Arial"/>
                <a:cs typeface="Arial"/>
                <a:sym typeface="Arial"/>
              </a:rPr>
              <a:t>Explainable AI using Grad-CAM</a:t>
            </a:r>
            <a:r>
              <a:rPr lang="en-US" sz="1800">
                <a:latin typeface="Arial"/>
                <a:ea typeface="Arial"/>
                <a:cs typeface="Arial"/>
                <a:sym typeface="Arial"/>
              </a:rPr>
              <a:t> to visually show the underlying results of model decisions.</a:t>
            </a:r>
            <a:endParaRPr sz="1800">
              <a:latin typeface="Arial"/>
              <a:ea typeface="Arial"/>
              <a:cs typeface="Arial"/>
              <a:sym typeface="Arial"/>
            </a:endParaRPr>
          </a:p>
          <a:p>
            <a:pPr indent="-342900" lvl="0" marL="457200" rtl="0" algn="just">
              <a:lnSpc>
                <a:spcPct val="150000"/>
              </a:lnSpc>
              <a:spcBef>
                <a:spcPts val="0"/>
              </a:spcBef>
              <a:spcAft>
                <a:spcPts val="0"/>
              </a:spcAft>
              <a:buSzPts val="1800"/>
              <a:buFont typeface="Arial"/>
              <a:buAutoNum type="arabicPeriod"/>
            </a:pPr>
            <a:r>
              <a:rPr lang="en-US" sz="1800">
                <a:latin typeface="Arial"/>
                <a:ea typeface="Arial"/>
                <a:cs typeface="Arial"/>
                <a:sym typeface="Arial"/>
              </a:rPr>
              <a:t>Emphasizing an </a:t>
            </a:r>
            <a:r>
              <a:rPr b="1" lang="en-US" sz="1800">
                <a:latin typeface="Arial"/>
                <a:ea typeface="Arial"/>
                <a:cs typeface="Arial"/>
                <a:sym typeface="Arial"/>
              </a:rPr>
              <a:t>architecture that can be deployed</a:t>
            </a:r>
            <a:r>
              <a:rPr lang="en-US" sz="1800">
                <a:latin typeface="Arial"/>
                <a:ea typeface="Arial"/>
                <a:cs typeface="Arial"/>
                <a:sym typeface="Arial"/>
              </a:rPr>
              <a:t> </a:t>
            </a:r>
            <a:r>
              <a:rPr b="1" lang="en-US" sz="1800">
                <a:latin typeface="Arial"/>
                <a:ea typeface="Arial"/>
                <a:cs typeface="Arial"/>
                <a:sym typeface="Arial"/>
              </a:rPr>
              <a:t>directly</a:t>
            </a:r>
            <a:r>
              <a:rPr lang="en-US" sz="1800">
                <a:latin typeface="Arial"/>
                <a:ea typeface="Arial"/>
                <a:cs typeface="Arial"/>
                <a:sym typeface="Arial"/>
              </a:rPr>
              <a:t> into government agriculture management systems as opposed to only being for training models.</a:t>
            </a:r>
            <a:endParaRPr sz="1800">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4"/>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Timeline of the Project (Gantt Chart)</a:t>
            </a:r>
            <a:endParaRPr>
              <a:latin typeface="Cambria"/>
              <a:ea typeface="Cambria"/>
              <a:cs typeface="Cambria"/>
              <a:sym typeface="Cambria"/>
            </a:endParaRPr>
          </a:p>
        </p:txBody>
      </p:sp>
      <p:pic>
        <p:nvPicPr>
          <p:cNvPr id="159" name="Google Shape;159;p24"/>
          <p:cNvPicPr preferRelativeResize="0"/>
          <p:nvPr/>
        </p:nvPicPr>
        <p:blipFill rotWithShape="1">
          <a:blip r:embed="rId3">
            <a:alphaModFix/>
          </a:blip>
          <a:srcRect b="0" l="0" r="0" t="-3907"/>
          <a:stretch/>
        </p:blipFill>
        <p:spPr>
          <a:xfrm>
            <a:off x="710375" y="707436"/>
            <a:ext cx="10668000" cy="565351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5"/>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152400" rtl="0" algn="l">
              <a:lnSpc>
                <a:spcPct val="200000"/>
              </a:lnSpc>
              <a:spcBef>
                <a:spcPts val="0"/>
              </a:spcBef>
              <a:spcAft>
                <a:spcPts val="0"/>
              </a:spcAft>
              <a:buSzPts val="2800"/>
              <a:buNone/>
            </a:pPr>
            <a:r>
              <a:rPr lang="en-US">
                <a:latin typeface="Cambria"/>
                <a:ea typeface="Cambria"/>
                <a:cs typeface="Cambria"/>
                <a:sym typeface="Cambria"/>
              </a:rPr>
              <a:t>Github</a:t>
            </a:r>
            <a:endParaRPr>
              <a:latin typeface="Cambria"/>
              <a:ea typeface="Cambria"/>
              <a:cs typeface="Cambria"/>
              <a:sym typeface="Cambria"/>
            </a:endParaRPr>
          </a:p>
        </p:txBody>
      </p:sp>
      <p:sp>
        <p:nvSpPr>
          <p:cNvPr id="165" name="Google Shape;165;p25"/>
          <p:cNvSpPr txBox="1"/>
          <p:nvPr>
            <p:ph idx="1" type="body"/>
          </p:nvPr>
        </p:nvSpPr>
        <p:spPr>
          <a:xfrm>
            <a:off x="812800" y="1143000"/>
            <a:ext cx="10668000" cy="4953000"/>
          </a:xfrm>
          <a:prstGeom prst="rect">
            <a:avLst/>
          </a:prstGeom>
          <a:noFill/>
          <a:ln>
            <a:noFill/>
          </a:ln>
        </p:spPr>
        <p:txBody>
          <a:bodyPr anchorCtr="0" anchor="t" bIns="45700" lIns="91425" spcFirstLastPara="1" rIns="91425" wrap="square" tIns="45700">
            <a:normAutofit/>
          </a:bodyPr>
          <a:lstStyle/>
          <a:p>
            <a:pPr indent="-190500" lvl="0" marL="342900" rtl="0" algn="just">
              <a:lnSpc>
                <a:spcPct val="100000"/>
              </a:lnSpc>
              <a:spcBef>
                <a:spcPts val="0"/>
              </a:spcBef>
              <a:spcAft>
                <a:spcPts val="0"/>
              </a:spcAft>
              <a:buClr>
                <a:schemeClr val="dk1"/>
              </a:buClr>
              <a:buSzPts val="2400"/>
              <a:buNone/>
            </a:pPr>
            <a:r>
              <a:t/>
            </a:r>
            <a:endParaRPr>
              <a:latin typeface="Cambria"/>
              <a:ea typeface="Cambria"/>
              <a:cs typeface="Cambria"/>
              <a:sym typeface="Cambria"/>
            </a:endParaRPr>
          </a:p>
          <a:p>
            <a:pPr indent="-190500" lvl="0" marL="342900" rtl="0" algn="just">
              <a:lnSpc>
                <a:spcPct val="100000"/>
              </a:lnSpc>
              <a:spcBef>
                <a:spcPts val="0"/>
              </a:spcBef>
              <a:spcAft>
                <a:spcPts val="0"/>
              </a:spcAft>
              <a:buClr>
                <a:schemeClr val="dk1"/>
              </a:buClr>
              <a:buSzPts val="2400"/>
              <a:buNone/>
            </a:pPr>
            <a:r>
              <a:t/>
            </a:r>
            <a:endParaRPr>
              <a:latin typeface="Cambria"/>
              <a:ea typeface="Cambria"/>
              <a:cs typeface="Cambria"/>
              <a:sym typeface="Cambria"/>
            </a:endParaRPr>
          </a:p>
          <a:p>
            <a:pPr indent="-190500" lvl="0" marL="342900" rtl="0" algn="just">
              <a:lnSpc>
                <a:spcPct val="200000"/>
              </a:lnSpc>
              <a:spcBef>
                <a:spcPts val="0"/>
              </a:spcBef>
              <a:spcAft>
                <a:spcPts val="0"/>
              </a:spcAft>
              <a:buClr>
                <a:schemeClr val="dk1"/>
              </a:buClr>
              <a:buSzPts val="2400"/>
              <a:buNone/>
            </a:pPr>
            <a:r>
              <a:t/>
            </a:r>
            <a:endParaRPr>
              <a:latin typeface="Cambria"/>
              <a:ea typeface="Cambria"/>
              <a:cs typeface="Cambria"/>
              <a:sym typeface="Cambria"/>
            </a:endParaRPr>
          </a:p>
          <a:p>
            <a:pPr indent="-190500" lvl="0" marL="342900" rtl="0" algn="just">
              <a:lnSpc>
                <a:spcPct val="200000"/>
              </a:lnSpc>
              <a:spcBef>
                <a:spcPts val="0"/>
              </a:spcBef>
              <a:spcAft>
                <a:spcPts val="0"/>
              </a:spcAft>
              <a:buClr>
                <a:schemeClr val="dk1"/>
              </a:buClr>
              <a:buSzPts val="2400"/>
              <a:buNone/>
            </a:pPr>
            <a:r>
              <a:t/>
            </a:r>
            <a:endParaRPr>
              <a:latin typeface="Cambria"/>
              <a:ea typeface="Cambria"/>
              <a:cs typeface="Cambria"/>
              <a:sym typeface="Cambria"/>
            </a:endParaRPr>
          </a:p>
          <a:p>
            <a:pPr indent="-190500" lvl="0" marL="342900" rtl="0" algn="just">
              <a:lnSpc>
                <a:spcPct val="200000"/>
              </a:lnSpc>
              <a:spcBef>
                <a:spcPts val="0"/>
              </a:spcBef>
              <a:spcAft>
                <a:spcPts val="0"/>
              </a:spcAft>
              <a:buClr>
                <a:schemeClr val="dk1"/>
              </a:buClr>
              <a:buSzPts val="2400"/>
              <a:buNone/>
            </a:pPr>
            <a:r>
              <a:t/>
            </a:r>
            <a:endParaRPr>
              <a:latin typeface="Cambria"/>
              <a:ea typeface="Cambria"/>
              <a:cs typeface="Cambria"/>
              <a:sym typeface="Cambria"/>
            </a:endParaRPr>
          </a:p>
        </p:txBody>
      </p:sp>
      <p:sp>
        <p:nvSpPr>
          <p:cNvPr id="166" name="Google Shape;166;p25"/>
          <p:cNvSpPr txBox="1"/>
          <p:nvPr/>
        </p:nvSpPr>
        <p:spPr>
          <a:xfrm>
            <a:off x="965200" y="1295400"/>
            <a:ext cx="10668000" cy="4953000"/>
          </a:xfrm>
          <a:prstGeom prst="rect">
            <a:avLst/>
          </a:prstGeom>
          <a:noFill/>
          <a:ln>
            <a:noFill/>
          </a:ln>
        </p:spPr>
        <p:txBody>
          <a:bodyPr anchorCtr="0" anchor="t" bIns="45700" lIns="91425" spcFirstLastPara="1" rIns="91425" wrap="square" tIns="45700">
            <a:normAutofit/>
          </a:bodyPr>
          <a:lstStyle/>
          <a:p>
            <a:pPr indent="-190500" lvl="0" marL="34290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Cambria"/>
              <a:ea typeface="Cambria"/>
              <a:cs typeface="Cambria"/>
              <a:sym typeface="Cambria"/>
            </a:endParaRPr>
          </a:p>
          <a:p>
            <a:pPr indent="-190500" lvl="0" marL="34290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Cambria"/>
              <a:ea typeface="Cambria"/>
              <a:cs typeface="Cambria"/>
              <a:sym typeface="Cambria"/>
            </a:endParaRPr>
          </a:p>
          <a:p>
            <a:pPr indent="-190500" lvl="0" marL="342900" marR="0" rtl="0" algn="just">
              <a:lnSpc>
                <a:spcPct val="200000"/>
              </a:lnSpc>
              <a:spcBef>
                <a:spcPts val="0"/>
              </a:spcBef>
              <a:spcAft>
                <a:spcPts val="0"/>
              </a:spcAft>
              <a:buClr>
                <a:schemeClr val="dk1"/>
              </a:buClr>
              <a:buSzPts val="2400"/>
              <a:buFont typeface="Arial"/>
              <a:buNone/>
            </a:pPr>
            <a:r>
              <a:t/>
            </a:r>
            <a:endParaRPr b="0" i="0" sz="2400" u="none" cap="none" strike="noStrike">
              <a:solidFill>
                <a:schemeClr val="dk1"/>
              </a:solidFill>
              <a:latin typeface="Cambria"/>
              <a:ea typeface="Cambria"/>
              <a:cs typeface="Cambria"/>
              <a:sym typeface="Cambria"/>
            </a:endParaRPr>
          </a:p>
          <a:p>
            <a:pPr indent="-190500" lvl="0" marL="342900" marR="0" rtl="0" algn="just">
              <a:lnSpc>
                <a:spcPct val="200000"/>
              </a:lnSpc>
              <a:spcBef>
                <a:spcPts val="0"/>
              </a:spcBef>
              <a:spcAft>
                <a:spcPts val="0"/>
              </a:spcAft>
              <a:buClr>
                <a:schemeClr val="dk1"/>
              </a:buClr>
              <a:buSzPts val="2400"/>
              <a:buFont typeface="Arial"/>
              <a:buNone/>
            </a:pPr>
            <a:r>
              <a:t/>
            </a:r>
            <a:endParaRPr b="0" i="0" sz="2400" u="none" cap="none" strike="noStrike">
              <a:solidFill>
                <a:schemeClr val="dk1"/>
              </a:solidFill>
              <a:latin typeface="Cambria"/>
              <a:ea typeface="Cambria"/>
              <a:cs typeface="Cambria"/>
              <a:sym typeface="Cambria"/>
            </a:endParaRPr>
          </a:p>
          <a:p>
            <a:pPr indent="-190500" lvl="0" marL="342900" marR="0" rtl="0" algn="just">
              <a:lnSpc>
                <a:spcPct val="200000"/>
              </a:lnSpc>
              <a:spcBef>
                <a:spcPts val="0"/>
              </a:spcBef>
              <a:spcAft>
                <a:spcPts val="0"/>
              </a:spcAft>
              <a:buClr>
                <a:schemeClr val="dk1"/>
              </a:buClr>
              <a:buSzPts val="2400"/>
              <a:buFont typeface="Arial"/>
              <a:buNone/>
            </a:pPr>
            <a:r>
              <a:t/>
            </a:r>
            <a:endParaRPr b="0" i="0" sz="2400" u="none" cap="none" strike="noStrike">
              <a:solidFill>
                <a:schemeClr val="dk1"/>
              </a:solidFill>
              <a:latin typeface="Cambria"/>
              <a:ea typeface="Cambria"/>
              <a:cs typeface="Cambria"/>
              <a:sym typeface="Cambria"/>
            </a:endParaRPr>
          </a:p>
        </p:txBody>
      </p:sp>
      <p:sp>
        <p:nvSpPr>
          <p:cNvPr id="167" name="Google Shape;167;p25"/>
          <p:cNvSpPr txBox="1"/>
          <p:nvPr/>
        </p:nvSpPr>
        <p:spPr>
          <a:xfrm>
            <a:off x="812800" y="1143000"/>
            <a:ext cx="10668000" cy="4178300"/>
          </a:xfrm>
          <a:prstGeom prst="rect">
            <a:avLst/>
          </a:prstGeom>
          <a:noFill/>
          <a:ln>
            <a:noFill/>
          </a:ln>
        </p:spPr>
        <p:txBody>
          <a:bodyPr anchorCtr="0" anchor="t" bIns="45700" lIns="91425" spcFirstLastPara="1" rIns="91425" wrap="square" tIns="45700">
            <a:normAutofit/>
          </a:bodyPr>
          <a:lstStyle/>
          <a:p>
            <a:pPr indent="-190500" lvl="0" marL="342900" marR="0" rtl="0" algn="just">
              <a:lnSpc>
                <a:spcPct val="100000"/>
              </a:lnSpc>
              <a:spcBef>
                <a:spcPts val="0"/>
              </a:spcBef>
              <a:spcAft>
                <a:spcPts val="0"/>
              </a:spcAft>
              <a:buClr>
                <a:schemeClr val="dk1"/>
              </a:buClr>
              <a:buSzPts val="2400"/>
              <a:buFont typeface="Arial"/>
              <a:buNone/>
            </a:pPr>
            <a:r>
              <a:rPr b="1" i="0" lang="en-US" sz="2400" u="none" cap="none" strike="noStrike">
                <a:solidFill>
                  <a:srgbClr val="953734"/>
                </a:solidFill>
                <a:latin typeface="Cambria"/>
                <a:ea typeface="Cambria"/>
                <a:cs typeface="Cambria"/>
                <a:sym typeface="Cambria"/>
              </a:rPr>
              <a:t>Github Repository Link:</a:t>
            </a:r>
            <a:endParaRPr b="1" i="0" sz="2400" u="none" cap="none" strike="noStrike">
              <a:solidFill>
                <a:srgbClr val="953734"/>
              </a:solidFill>
              <a:latin typeface="Cambria"/>
              <a:ea typeface="Cambria"/>
              <a:cs typeface="Cambria"/>
              <a:sym typeface="Cambria"/>
            </a:endParaRPr>
          </a:p>
          <a:p>
            <a:pPr indent="-190500" lvl="0" marL="342900" marR="0" rtl="0" algn="just">
              <a:lnSpc>
                <a:spcPct val="100000"/>
              </a:lnSpc>
              <a:spcBef>
                <a:spcPts val="0"/>
              </a:spcBef>
              <a:spcAft>
                <a:spcPts val="0"/>
              </a:spcAft>
              <a:buClr>
                <a:schemeClr val="dk1"/>
              </a:buClr>
              <a:buSzPts val="2400"/>
              <a:buFont typeface="Arial"/>
              <a:buNone/>
            </a:pPr>
            <a:r>
              <a:t/>
            </a:r>
            <a:endParaRPr b="1" i="0" sz="2400" u="none" cap="none" strike="noStrike">
              <a:solidFill>
                <a:srgbClr val="000000"/>
              </a:solidFill>
              <a:latin typeface="Cambria"/>
              <a:ea typeface="Cambria"/>
              <a:cs typeface="Cambria"/>
              <a:sym typeface="Cambria"/>
            </a:endParaRPr>
          </a:p>
          <a:p>
            <a:pPr indent="-190500" lvl="0" marL="342900" marR="0" rtl="0" algn="just">
              <a:lnSpc>
                <a:spcPct val="100000"/>
              </a:lnSpc>
              <a:spcBef>
                <a:spcPts val="0"/>
              </a:spcBef>
              <a:spcAft>
                <a:spcPts val="0"/>
              </a:spcAft>
              <a:buClr>
                <a:schemeClr val="dk1"/>
              </a:buClr>
              <a:buSzPts val="2400"/>
              <a:buFont typeface="Arial"/>
              <a:buNone/>
            </a:pPr>
            <a:r>
              <a:rPr b="1" lang="en-US" sz="2400" u="sng">
                <a:solidFill>
                  <a:schemeClr val="hlink"/>
                </a:solidFill>
                <a:latin typeface="Cambria"/>
                <a:ea typeface="Cambria"/>
                <a:cs typeface="Cambria"/>
                <a:sym typeface="Cambria"/>
                <a:hlinkClick r:id="rId3"/>
              </a:rPr>
              <a:t>https://github.com/ashwin2947/cattle-ai</a:t>
            </a:r>
            <a:endParaRPr b="1" i="0" sz="2400" u="none" cap="none" strike="noStrike">
              <a:solidFill>
                <a:srgbClr val="000000"/>
              </a:solidFill>
              <a:latin typeface="Cambria"/>
              <a:ea typeface="Cambria"/>
              <a:cs typeface="Cambria"/>
              <a:sym typeface="Cambria"/>
            </a:endParaRPr>
          </a:p>
          <a:p>
            <a:pPr indent="-190500" lvl="0" marL="342900" marR="0" rtl="0" algn="just">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mbria"/>
              <a:ea typeface="Cambria"/>
              <a:cs typeface="Cambria"/>
              <a:sym typeface="Cambria"/>
            </a:endParaRPr>
          </a:p>
          <a:p>
            <a:pPr indent="-190500" lvl="0" marL="342900" marR="0" rtl="0" algn="just">
              <a:lnSpc>
                <a:spcPct val="200000"/>
              </a:lnSpc>
              <a:spcBef>
                <a:spcPts val="0"/>
              </a:spcBef>
              <a:spcAft>
                <a:spcPts val="0"/>
              </a:spcAft>
              <a:buClr>
                <a:schemeClr val="dk1"/>
              </a:buClr>
              <a:buSzPts val="2400"/>
              <a:buFont typeface="Arial"/>
              <a:buNone/>
            </a:pPr>
            <a:r>
              <a:t/>
            </a:r>
            <a:endParaRPr b="0" i="0" sz="2400" u="none" cap="none" strike="noStrike">
              <a:solidFill>
                <a:srgbClr val="000000"/>
              </a:solidFill>
              <a:latin typeface="Cambria"/>
              <a:ea typeface="Cambria"/>
              <a:cs typeface="Cambria"/>
              <a:sym typeface="Cambria"/>
            </a:endParaRPr>
          </a:p>
          <a:p>
            <a:pPr indent="-190500" lvl="0" marL="342900" marR="0" rtl="0" algn="just">
              <a:lnSpc>
                <a:spcPct val="200000"/>
              </a:lnSpc>
              <a:spcBef>
                <a:spcPts val="0"/>
              </a:spcBef>
              <a:spcAft>
                <a:spcPts val="0"/>
              </a:spcAft>
              <a:buClr>
                <a:schemeClr val="dk1"/>
              </a:buClr>
              <a:buSzPts val="2400"/>
              <a:buFont typeface="Arial"/>
              <a:buNone/>
            </a:pPr>
            <a:r>
              <a:t/>
            </a:r>
            <a:endParaRPr b="0" i="0" sz="2400" u="none" cap="none" strike="noStrike">
              <a:solidFill>
                <a:srgbClr val="000000"/>
              </a:solidFill>
              <a:latin typeface="Cambria"/>
              <a:ea typeface="Cambria"/>
              <a:cs typeface="Cambria"/>
              <a:sym typeface="Cambria"/>
            </a:endParaRPr>
          </a:p>
          <a:p>
            <a:pPr indent="-190500" lvl="0" marL="342900" marR="0" rtl="0" algn="just">
              <a:lnSpc>
                <a:spcPct val="200000"/>
              </a:lnSpc>
              <a:spcBef>
                <a:spcPts val="0"/>
              </a:spcBef>
              <a:spcAft>
                <a:spcPts val="0"/>
              </a:spcAft>
              <a:buClr>
                <a:schemeClr val="dk1"/>
              </a:buClr>
              <a:buSzPts val="2400"/>
              <a:buFont typeface="Arial"/>
              <a:buNone/>
            </a:pPr>
            <a:r>
              <a:t/>
            </a:r>
            <a:endParaRPr b="0" i="0" sz="2400" u="none" cap="none" strike="noStrike">
              <a:solidFill>
                <a:srgbClr val="000000"/>
              </a:solidFill>
              <a:latin typeface="Cambria"/>
              <a:ea typeface="Cambria"/>
              <a:cs typeface="Cambria"/>
              <a:sym typeface="Cambri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pic>
        <p:nvPicPr>
          <p:cNvPr id="172" name="Google Shape;172;p26"/>
          <p:cNvPicPr preferRelativeResize="0"/>
          <p:nvPr/>
        </p:nvPicPr>
        <p:blipFill rotWithShape="1">
          <a:blip r:embed="rId3">
            <a:alphaModFix/>
          </a:blip>
          <a:srcRect b="0" l="0" r="0" t="0"/>
          <a:stretch/>
        </p:blipFill>
        <p:spPr>
          <a:xfrm>
            <a:off x="4082811" y="1441315"/>
            <a:ext cx="3893305" cy="393547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